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710" r:id="rId2"/>
  </p:sldMasterIdLst>
  <p:notesMasterIdLst>
    <p:notesMasterId r:id="rId17"/>
  </p:notesMasterIdLst>
  <p:sldIdLst>
    <p:sldId id="358" r:id="rId3"/>
    <p:sldId id="354" r:id="rId4"/>
    <p:sldId id="359" r:id="rId5"/>
    <p:sldId id="360" r:id="rId6"/>
    <p:sldId id="363" r:id="rId7"/>
    <p:sldId id="364" r:id="rId8"/>
    <p:sldId id="365" r:id="rId9"/>
    <p:sldId id="366" r:id="rId10"/>
    <p:sldId id="367" r:id="rId11"/>
    <p:sldId id="368" r:id="rId12"/>
    <p:sldId id="369" r:id="rId13"/>
    <p:sldId id="370" r:id="rId14"/>
    <p:sldId id="361" r:id="rId15"/>
    <p:sldId id="362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813A"/>
    <a:srgbClr val="C40D1E"/>
    <a:srgbClr val="9013FE"/>
    <a:srgbClr val="1F90CC"/>
    <a:srgbClr val="434343"/>
    <a:srgbClr val="C40E02"/>
    <a:srgbClr val="FFFFFF"/>
    <a:srgbClr val="49CB40"/>
    <a:srgbClr val="C50E1F"/>
    <a:srgbClr val="B2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86645E-058F-2048-9F7B-129389035AC0}" v="130" dt="2026-06-10T08:37:15.3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6523" autoAdjust="0"/>
    <p:restoredTop sz="74548"/>
  </p:normalViewPr>
  <p:slideViewPr>
    <p:cSldViewPr snapToGrid="0" snapToObjects="1">
      <p:cViewPr varScale="1">
        <p:scale>
          <a:sx n="126" d="100"/>
          <a:sy n="126" d="100"/>
        </p:scale>
        <p:origin x="896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53" d="100"/>
          <a:sy n="153" d="100"/>
        </p:scale>
        <p:origin x="4920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 /><Relationship Id="rId13" Type="http://schemas.openxmlformats.org/officeDocument/2006/relationships/slide" Target="slides/slide11.xml" /><Relationship Id="rId18" Type="http://schemas.openxmlformats.org/officeDocument/2006/relationships/presProps" Target="presProps.xml" /><Relationship Id="rId3" Type="http://schemas.openxmlformats.org/officeDocument/2006/relationships/slide" Target="slides/slide1.xml" /><Relationship Id="rId21" Type="http://schemas.openxmlformats.org/officeDocument/2006/relationships/tableStyles" Target="tableStyles.xml" /><Relationship Id="rId7" Type="http://schemas.openxmlformats.org/officeDocument/2006/relationships/slide" Target="slides/slide5.xml" /><Relationship Id="rId12" Type="http://schemas.openxmlformats.org/officeDocument/2006/relationships/slide" Target="slides/slide10.xml" /><Relationship Id="rId17" Type="http://schemas.openxmlformats.org/officeDocument/2006/relationships/notesMaster" Target="notesMasters/notesMaster1.xml" /><Relationship Id="rId2" Type="http://schemas.openxmlformats.org/officeDocument/2006/relationships/slideMaster" Target="slideMasters/slideMaster2.xml" /><Relationship Id="rId16" Type="http://schemas.openxmlformats.org/officeDocument/2006/relationships/slide" Target="slides/slide14.xml" /><Relationship Id="rId20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4.xml" /><Relationship Id="rId11" Type="http://schemas.openxmlformats.org/officeDocument/2006/relationships/slide" Target="slides/slide9.xml" /><Relationship Id="rId5" Type="http://schemas.openxmlformats.org/officeDocument/2006/relationships/slide" Target="slides/slide3.xml" /><Relationship Id="rId15" Type="http://schemas.openxmlformats.org/officeDocument/2006/relationships/slide" Target="slides/slide13.xml" /><Relationship Id="rId23" Type="http://schemas.microsoft.com/office/2015/10/relationships/revisionInfo" Target="revisionInfo.xml" /><Relationship Id="rId10" Type="http://schemas.openxmlformats.org/officeDocument/2006/relationships/slide" Target="slides/slide8.xml" /><Relationship Id="rId19" Type="http://schemas.openxmlformats.org/officeDocument/2006/relationships/viewProps" Target="viewProps.xml" /><Relationship Id="rId4" Type="http://schemas.openxmlformats.org/officeDocument/2006/relationships/slide" Target="slides/slide2.xml" /><Relationship Id="rId9" Type="http://schemas.openxmlformats.org/officeDocument/2006/relationships/slide" Target="slides/slide7.xml" /><Relationship Id="rId14" Type="http://schemas.openxmlformats.org/officeDocument/2006/relationships/slide" Target="slides/slide12.xml" /><Relationship Id="rId22" Type="http://schemas.microsoft.com/office/2016/11/relationships/changesInfo" Target="changesInfos/changesInfo1.xml" 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on Benson" userId="20edac05a9ae2f55" providerId="LiveId" clId="{0DC1E920-EB54-5318-8B25-E48E81FFB049}"/>
    <pc:docChg chg="undo custSel addSld delSld modSld sldOrd modMainMaster">
      <pc:chgData name="Amon Benson" userId="20edac05a9ae2f55" providerId="LiveId" clId="{0DC1E920-EB54-5318-8B25-E48E81FFB049}" dt="2026-06-10T08:37:18.983" v="5478" actId="14100"/>
      <pc:docMkLst>
        <pc:docMk/>
      </pc:docMkLst>
      <pc:sldChg chg="del">
        <pc:chgData name="Amon Benson" userId="20edac05a9ae2f55" providerId="LiveId" clId="{0DC1E920-EB54-5318-8B25-E48E81FFB049}" dt="2026-06-09T19:07:18.472" v="514" actId="2696"/>
        <pc:sldMkLst>
          <pc:docMk/>
          <pc:sldMk cId="1388914157" sldId="355"/>
        </pc:sldMkLst>
      </pc:sldChg>
      <pc:sldChg chg="del">
        <pc:chgData name="Amon Benson" userId="20edac05a9ae2f55" providerId="LiveId" clId="{0DC1E920-EB54-5318-8B25-E48E81FFB049}" dt="2026-06-09T19:07:17.159" v="513" actId="2696"/>
        <pc:sldMkLst>
          <pc:docMk/>
          <pc:sldMk cId="2659102092" sldId="356"/>
        </pc:sldMkLst>
      </pc:sldChg>
      <pc:sldChg chg="addSp delSp modSp mod modNotesTx">
        <pc:chgData name="Amon Benson" userId="20edac05a9ae2f55" providerId="LiveId" clId="{0DC1E920-EB54-5318-8B25-E48E81FFB049}" dt="2026-06-10T07:40:11.641" v="5430" actId="20577"/>
        <pc:sldMkLst>
          <pc:docMk/>
          <pc:sldMk cId="2553286085" sldId="359"/>
        </pc:sldMkLst>
        <pc:picChg chg="mod">
          <ac:chgData name="Amon Benson" userId="20edac05a9ae2f55" providerId="LiveId" clId="{0DC1E920-EB54-5318-8B25-E48E81FFB049}" dt="2026-06-09T18:41:19.643" v="59" actId="1076"/>
          <ac:picMkLst>
            <pc:docMk/>
            <pc:sldMk cId="2553286085" sldId="359"/>
            <ac:picMk id="3" creationId="{689FF4D2-6450-05FF-0D82-4BF8792CEADE}"/>
          </ac:picMkLst>
        </pc:picChg>
        <pc:picChg chg="add del mod">
          <ac:chgData name="Amon Benson" userId="20edac05a9ae2f55" providerId="LiveId" clId="{0DC1E920-EB54-5318-8B25-E48E81FFB049}" dt="2026-06-09T18:40:45.999" v="56" actId="478"/>
          <ac:picMkLst>
            <pc:docMk/>
            <pc:sldMk cId="2553286085" sldId="359"/>
            <ac:picMk id="4" creationId="{16D68190-3D28-6E00-1681-9108438B6458}"/>
          </ac:picMkLst>
        </pc:picChg>
        <pc:picChg chg="mod">
          <ac:chgData name="Amon Benson" userId="20edac05a9ae2f55" providerId="LiveId" clId="{0DC1E920-EB54-5318-8B25-E48E81FFB049}" dt="2026-06-09T18:32:03.509" v="20" actId="14100"/>
          <ac:picMkLst>
            <pc:docMk/>
            <pc:sldMk cId="2553286085" sldId="359"/>
            <ac:picMk id="14" creationId="{D145CF72-E8B8-0753-029D-640CE2D2AC5B}"/>
          </ac:picMkLst>
        </pc:picChg>
      </pc:sldChg>
      <pc:sldChg chg="addSp delSp modSp mod delAnim modAnim modNotesTx">
        <pc:chgData name="Amon Benson" userId="20edac05a9ae2f55" providerId="LiveId" clId="{0DC1E920-EB54-5318-8B25-E48E81FFB049}" dt="2026-06-09T20:07:04.410" v="1605" actId="20577"/>
        <pc:sldMkLst>
          <pc:docMk/>
          <pc:sldMk cId="2423323489" sldId="360"/>
        </pc:sldMkLst>
        <pc:spChg chg="mod">
          <ac:chgData name="Amon Benson" userId="20edac05a9ae2f55" providerId="LiveId" clId="{0DC1E920-EB54-5318-8B25-E48E81FFB049}" dt="2026-06-09T19:36:36.185" v="809" actId="20577"/>
          <ac:spMkLst>
            <pc:docMk/>
            <pc:sldMk cId="2423323489" sldId="360"/>
            <ac:spMk id="5" creationId="{BBD94683-346A-37B7-3BE8-B88B59216A0C}"/>
          </ac:spMkLst>
        </pc:spChg>
        <pc:spChg chg="add del mod">
          <ac:chgData name="Amon Benson" userId="20edac05a9ae2f55" providerId="LiveId" clId="{0DC1E920-EB54-5318-8B25-E48E81FFB049}" dt="2026-06-09T19:20:49.228" v="550" actId="478"/>
          <ac:spMkLst>
            <pc:docMk/>
            <pc:sldMk cId="2423323489" sldId="360"/>
            <ac:spMk id="8" creationId="{837A8CBD-55A7-59A9-BC2C-0C75183A032F}"/>
          </ac:spMkLst>
        </pc:spChg>
        <pc:spChg chg="add del mod">
          <ac:chgData name="Amon Benson" userId="20edac05a9ae2f55" providerId="LiveId" clId="{0DC1E920-EB54-5318-8B25-E48E81FFB049}" dt="2026-06-09T19:07:09.228" v="510" actId="478"/>
          <ac:spMkLst>
            <pc:docMk/>
            <pc:sldMk cId="2423323489" sldId="360"/>
            <ac:spMk id="12" creationId="{8F909D45-199F-7F2C-C8A6-178E57CFFAB9}"/>
          </ac:spMkLst>
        </pc:spChg>
        <pc:spChg chg="add mod">
          <ac:chgData name="Amon Benson" userId="20edac05a9ae2f55" providerId="LiveId" clId="{0DC1E920-EB54-5318-8B25-E48E81FFB049}" dt="2026-06-09T19:09:06.530" v="532" actId="164"/>
          <ac:spMkLst>
            <pc:docMk/>
            <pc:sldMk cId="2423323489" sldId="360"/>
            <ac:spMk id="13" creationId="{3A57914F-1278-F58B-5741-6459DBE13E28}"/>
          </ac:spMkLst>
        </pc:spChg>
        <pc:spChg chg="del">
          <ac:chgData name="Amon Benson" userId="20edac05a9ae2f55" providerId="LiveId" clId="{0DC1E920-EB54-5318-8B25-E48E81FFB049}" dt="2026-06-09T18:31:18.809" v="8" actId="478"/>
          <ac:spMkLst>
            <pc:docMk/>
            <pc:sldMk cId="2423323489" sldId="360"/>
            <ac:spMk id="15" creationId="{FECAD8F5-3CB5-0553-D123-C90F9FFE8D75}"/>
          </ac:spMkLst>
        </pc:spChg>
        <pc:spChg chg="add mod">
          <ac:chgData name="Amon Benson" userId="20edac05a9ae2f55" providerId="LiveId" clId="{0DC1E920-EB54-5318-8B25-E48E81FFB049}" dt="2026-06-09T19:24:34.846" v="611" actId="2085"/>
          <ac:spMkLst>
            <pc:docMk/>
            <pc:sldMk cId="2423323489" sldId="360"/>
            <ac:spMk id="31" creationId="{229A78BF-2B3D-303B-D14A-1E6819758BDB}"/>
          </ac:spMkLst>
        </pc:spChg>
        <pc:grpChg chg="add del mod">
          <ac:chgData name="Amon Benson" userId="20edac05a9ae2f55" providerId="LiveId" clId="{0DC1E920-EB54-5318-8B25-E48E81FFB049}" dt="2026-06-09T19:18:56.113" v="535" actId="478"/>
          <ac:grpSpMkLst>
            <pc:docMk/>
            <pc:sldMk cId="2423323489" sldId="360"/>
            <ac:grpSpMk id="16" creationId="{0064E32C-8415-7597-0C67-14DD7E93530C}"/>
          </ac:grpSpMkLst>
        </pc:grpChg>
        <pc:grpChg chg="add mod">
          <ac:chgData name="Amon Benson" userId="20edac05a9ae2f55" providerId="LiveId" clId="{0DC1E920-EB54-5318-8B25-E48E81FFB049}" dt="2026-06-09T19:23:20.354" v="576" actId="164"/>
          <ac:grpSpMkLst>
            <pc:docMk/>
            <pc:sldMk cId="2423323489" sldId="360"/>
            <ac:grpSpMk id="28" creationId="{B91FEC60-E3E8-180E-6E62-83C49F6FAE56}"/>
          </ac:grpSpMkLst>
        </pc:grpChg>
        <pc:picChg chg="del">
          <ac:chgData name="Amon Benson" userId="20edac05a9ae2f55" providerId="LiveId" clId="{0DC1E920-EB54-5318-8B25-E48E81FFB049}" dt="2026-06-09T18:31:05.746" v="1" actId="478"/>
          <ac:picMkLst>
            <pc:docMk/>
            <pc:sldMk cId="2423323489" sldId="360"/>
            <ac:picMk id="3" creationId="{FBD88C01-C3D9-AF96-5BE3-D74A4C4C2C82}"/>
          </ac:picMkLst>
        </pc:picChg>
        <pc:picChg chg="add del mod">
          <ac:chgData name="Amon Benson" userId="20edac05a9ae2f55" providerId="LiveId" clId="{0DC1E920-EB54-5318-8B25-E48E81FFB049}" dt="2026-06-09T18:35:57.618" v="30" actId="478"/>
          <ac:picMkLst>
            <pc:docMk/>
            <pc:sldMk cId="2423323489" sldId="360"/>
            <ac:picMk id="4" creationId="{7F9D64EE-7131-DC10-8FB9-2A27C8ABF55C}"/>
          </ac:picMkLst>
        </pc:picChg>
        <pc:picChg chg="add mod modCrop">
          <ac:chgData name="Amon Benson" userId="20edac05a9ae2f55" providerId="LiveId" clId="{0DC1E920-EB54-5318-8B25-E48E81FFB049}" dt="2026-06-09T19:24:14.096" v="605" actId="1076"/>
          <ac:picMkLst>
            <pc:docMk/>
            <pc:sldMk cId="2423323489" sldId="360"/>
            <ac:picMk id="7" creationId="{CC396F07-F678-F928-F8C9-C1EED0E2FDDA}"/>
          </ac:picMkLst>
        </pc:picChg>
        <pc:picChg chg="add mod modCrop">
          <ac:chgData name="Amon Benson" userId="20edac05a9ae2f55" providerId="LiveId" clId="{0DC1E920-EB54-5318-8B25-E48E81FFB049}" dt="2026-06-09T19:09:06.530" v="532" actId="164"/>
          <ac:picMkLst>
            <pc:docMk/>
            <pc:sldMk cId="2423323489" sldId="360"/>
            <ac:picMk id="10" creationId="{844E33D8-6018-2D5F-17B7-E7F43C47C11A}"/>
          </ac:picMkLst>
        </pc:picChg>
        <pc:picChg chg="del">
          <ac:chgData name="Amon Benson" userId="20edac05a9ae2f55" providerId="LiveId" clId="{0DC1E920-EB54-5318-8B25-E48E81FFB049}" dt="2026-06-09T18:31:06.951" v="2" actId="478"/>
          <ac:picMkLst>
            <pc:docMk/>
            <pc:sldMk cId="2423323489" sldId="360"/>
            <ac:picMk id="14" creationId="{49B9BED2-9A19-DA1E-7D32-4E7091433129}"/>
          </ac:picMkLst>
        </pc:picChg>
        <pc:picChg chg="add del mod">
          <ac:chgData name="Amon Benson" userId="20edac05a9ae2f55" providerId="LiveId" clId="{0DC1E920-EB54-5318-8B25-E48E81FFB049}" dt="2026-06-09T19:24:05.089" v="602" actId="478"/>
          <ac:picMkLst>
            <pc:docMk/>
            <pc:sldMk cId="2423323489" sldId="360"/>
            <ac:picMk id="18" creationId="{947666A1-3657-6187-9B9E-5EC38EB59FDA}"/>
          </ac:picMkLst>
        </pc:picChg>
        <pc:cxnChg chg="add del mod">
          <ac:chgData name="Amon Benson" userId="20edac05a9ae2f55" providerId="LiveId" clId="{0DC1E920-EB54-5318-8B25-E48E81FFB049}" dt="2026-06-09T19:23:22.709" v="586" actId="11529"/>
          <ac:cxnSpMkLst>
            <pc:docMk/>
            <pc:sldMk cId="2423323489" sldId="360"/>
            <ac:cxnSpMk id="20" creationId="{1484AB38-9F46-BD9A-4574-5570D0BCE5FA}"/>
          </ac:cxnSpMkLst>
        </pc:cxnChg>
        <pc:cxnChg chg="add mod">
          <ac:chgData name="Amon Benson" userId="20edac05a9ae2f55" providerId="LiveId" clId="{0DC1E920-EB54-5318-8B25-E48E81FFB049}" dt="2026-06-09T19:23:21.492" v="581" actId="14100"/>
          <ac:cxnSpMkLst>
            <pc:docMk/>
            <pc:sldMk cId="2423323489" sldId="360"/>
            <ac:cxnSpMk id="21" creationId="{6569E47A-8076-429D-B19B-525EF71BCE79}"/>
          </ac:cxnSpMkLst>
        </pc:cxnChg>
        <pc:cxnChg chg="add mod">
          <ac:chgData name="Amon Benson" userId="20edac05a9ae2f55" providerId="LiveId" clId="{0DC1E920-EB54-5318-8B25-E48E81FFB049}" dt="2026-06-09T19:23:20.901" v="579" actId="14100"/>
          <ac:cxnSpMkLst>
            <pc:docMk/>
            <pc:sldMk cId="2423323489" sldId="360"/>
            <ac:cxnSpMk id="24" creationId="{A6EBEBFF-4687-8272-D38E-D9AE875F9640}"/>
          </ac:cxnSpMkLst>
        </pc:cxnChg>
      </pc:sldChg>
      <pc:sldChg chg="new del">
        <pc:chgData name="Amon Benson" userId="20edac05a9ae2f55" providerId="LiveId" clId="{0DC1E920-EB54-5318-8B25-E48E81FFB049}" dt="2026-06-09T19:07:15.502" v="512" actId="2696"/>
        <pc:sldMkLst>
          <pc:docMk/>
          <pc:sldMk cId="2297301245" sldId="361"/>
        </pc:sldMkLst>
      </pc:sldChg>
      <pc:sldChg chg="addSp delSp modSp new mod ord">
        <pc:chgData name="Amon Benson" userId="20edac05a9ae2f55" providerId="LiveId" clId="{0DC1E920-EB54-5318-8B25-E48E81FFB049}" dt="2026-06-10T07:09:28.520" v="3825" actId="20577"/>
        <pc:sldMkLst>
          <pc:docMk/>
          <pc:sldMk cId="2608732460" sldId="361"/>
        </pc:sldMkLst>
        <pc:spChg chg="del">
          <ac:chgData name="Amon Benson" userId="20edac05a9ae2f55" providerId="LiveId" clId="{0DC1E920-EB54-5318-8B25-E48E81FFB049}" dt="2026-06-09T19:07:28.203" v="524" actId="478"/>
          <ac:spMkLst>
            <pc:docMk/>
            <pc:sldMk cId="2608732460" sldId="361"/>
            <ac:spMk id="2" creationId="{8706A2F0-6A9E-B511-9A02-50116882E739}"/>
          </ac:spMkLst>
        </pc:spChg>
        <pc:spChg chg="add del mod">
          <ac:chgData name="Amon Benson" userId="20edac05a9ae2f55" providerId="LiveId" clId="{0DC1E920-EB54-5318-8B25-E48E81FFB049}" dt="2026-06-10T07:09:28.520" v="3825" actId="20577"/>
          <ac:spMkLst>
            <pc:docMk/>
            <pc:sldMk cId="2608732460" sldId="361"/>
            <ac:spMk id="3" creationId="{837BC1A7-EB63-B3EF-7251-B15A6D82B150}"/>
          </ac:spMkLst>
        </pc:spChg>
        <pc:spChg chg="mod">
          <ac:chgData name="Amon Benson" userId="20edac05a9ae2f55" providerId="LiveId" clId="{0DC1E920-EB54-5318-8B25-E48E81FFB049}" dt="2026-06-09T19:07:24.614" v="522" actId="20577"/>
          <ac:spMkLst>
            <pc:docMk/>
            <pc:sldMk cId="2608732460" sldId="361"/>
            <ac:spMk id="4" creationId="{63A6E303-CF30-46B1-A2DC-1E1741D3BBF4}"/>
          </ac:spMkLst>
        </pc:spChg>
        <pc:spChg chg="add mod">
          <ac:chgData name="Amon Benson" userId="20edac05a9ae2f55" providerId="LiveId" clId="{0DC1E920-EB54-5318-8B25-E48E81FFB049}" dt="2026-06-10T07:04:03.451" v="3759"/>
          <ac:spMkLst>
            <pc:docMk/>
            <pc:sldMk cId="2608732460" sldId="361"/>
            <ac:spMk id="5" creationId="{A969AE64-3BEE-7326-A99E-6641B8AC3B65}"/>
          </ac:spMkLst>
        </pc:spChg>
        <pc:spChg chg="add mod">
          <ac:chgData name="Amon Benson" userId="20edac05a9ae2f55" providerId="LiveId" clId="{0DC1E920-EB54-5318-8B25-E48E81FFB049}" dt="2026-06-10T07:04:13.183" v="3761"/>
          <ac:spMkLst>
            <pc:docMk/>
            <pc:sldMk cId="2608732460" sldId="361"/>
            <ac:spMk id="6" creationId="{C295F71F-A70A-552D-673F-794ADF6B9655}"/>
          </ac:spMkLst>
        </pc:spChg>
      </pc:sldChg>
      <pc:sldChg chg="delSp modSp add mod delAnim modNotesTx">
        <pc:chgData name="Amon Benson" userId="20edac05a9ae2f55" providerId="LiveId" clId="{0DC1E920-EB54-5318-8B25-E48E81FFB049}" dt="2026-06-10T07:10:13.082" v="3859" actId="20577"/>
        <pc:sldMkLst>
          <pc:docMk/>
          <pc:sldMk cId="2020942588" sldId="362"/>
        </pc:sldMkLst>
        <pc:spChg chg="mod">
          <ac:chgData name="Amon Benson" userId="20edac05a9ae2f55" providerId="LiveId" clId="{0DC1E920-EB54-5318-8B25-E48E81FFB049}" dt="2026-06-10T07:10:06.766" v="3858" actId="313"/>
          <ac:spMkLst>
            <pc:docMk/>
            <pc:sldMk cId="2020942588" sldId="362"/>
            <ac:spMk id="5" creationId="{DF2CE948-7929-FBC3-382C-BD08E20FEC67}"/>
          </ac:spMkLst>
        </pc:spChg>
        <pc:spChg chg="del">
          <ac:chgData name="Amon Benson" userId="20edac05a9ae2f55" providerId="LiveId" clId="{0DC1E920-EB54-5318-8B25-E48E81FFB049}" dt="2026-06-10T07:09:47.676" v="3826" actId="478"/>
          <ac:spMkLst>
            <pc:docMk/>
            <pc:sldMk cId="2020942588" sldId="362"/>
            <ac:spMk id="8" creationId="{66A44FE9-CF17-B2BE-D477-579B6CD6C608}"/>
          </ac:spMkLst>
        </pc:spChg>
        <pc:spChg chg="mod">
          <ac:chgData name="Amon Benson" userId="20edac05a9ae2f55" providerId="LiveId" clId="{0DC1E920-EB54-5318-8B25-E48E81FFB049}" dt="2026-06-10T07:09:56.054" v="3828" actId="1076"/>
          <ac:spMkLst>
            <pc:docMk/>
            <pc:sldMk cId="2020942588" sldId="362"/>
            <ac:spMk id="13" creationId="{0AC31502-A85D-50B5-09A6-68152AC05F86}"/>
          </ac:spMkLst>
        </pc:spChg>
        <pc:grpChg chg="mod">
          <ac:chgData name="Amon Benson" userId="20edac05a9ae2f55" providerId="LiveId" clId="{0DC1E920-EB54-5318-8B25-E48E81FFB049}" dt="2026-06-10T07:09:52.687" v="3827" actId="1076"/>
          <ac:grpSpMkLst>
            <pc:docMk/>
            <pc:sldMk cId="2020942588" sldId="362"/>
            <ac:grpSpMk id="16" creationId="{BF2ADC67-020A-12C0-E925-095A6105F7D4}"/>
          </ac:grpSpMkLst>
        </pc:grpChg>
        <pc:picChg chg="del">
          <ac:chgData name="Amon Benson" userId="20edac05a9ae2f55" providerId="LiveId" clId="{0DC1E920-EB54-5318-8B25-E48E81FFB049}" dt="2026-06-10T07:09:47.676" v="3826" actId="478"/>
          <ac:picMkLst>
            <pc:docMk/>
            <pc:sldMk cId="2020942588" sldId="362"/>
            <ac:picMk id="7" creationId="{A551B232-B21E-F91D-FE4C-A3CC0A1B642B}"/>
          </ac:picMkLst>
        </pc:picChg>
      </pc:sldChg>
      <pc:sldChg chg="addSp delSp modSp add mod modNotesTx">
        <pc:chgData name="Amon Benson" userId="20edac05a9ae2f55" providerId="LiveId" clId="{0DC1E920-EB54-5318-8B25-E48E81FFB049}" dt="2026-06-09T20:07:31.881" v="1707" actId="20577"/>
        <pc:sldMkLst>
          <pc:docMk/>
          <pc:sldMk cId="705181578" sldId="363"/>
        </pc:sldMkLst>
        <pc:spChg chg="add mod">
          <ac:chgData name="Amon Benson" userId="20edac05a9ae2f55" providerId="LiveId" clId="{0DC1E920-EB54-5318-8B25-E48E81FFB049}" dt="2026-06-09T19:27:22.513" v="628" actId="207"/>
          <ac:spMkLst>
            <pc:docMk/>
            <pc:sldMk cId="705181578" sldId="363"/>
            <ac:spMk id="2" creationId="{D1138688-ACD6-A9EC-4AA2-BA77A21142A2}"/>
          </ac:spMkLst>
        </pc:spChg>
        <pc:spChg chg="add mod">
          <ac:chgData name="Amon Benson" userId="20edac05a9ae2f55" providerId="LiveId" clId="{0DC1E920-EB54-5318-8B25-E48E81FFB049}" dt="2026-06-09T19:27:22.513" v="628" actId="207"/>
          <ac:spMkLst>
            <pc:docMk/>
            <pc:sldMk cId="705181578" sldId="363"/>
            <ac:spMk id="3" creationId="{4C3D5FC2-4116-1C94-C0CD-F53CBF1B45CA}"/>
          </ac:spMkLst>
        </pc:spChg>
        <pc:spChg chg="mod">
          <ac:chgData name="Amon Benson" userId="20edac05a9ae2f55" providerId="LiveId" clId="{0DC1E920-EB54-5318-8B25-E48E81FFB049}" dt="2026-06-09T19:36:41.702" v="826" actId="20577"/>
          <ac:spMkLst>
            <pc:docMk/>
            <pc:sldMk cId="705181578" sldId="363"/>
            <ac:spMk id="5" creationId="{628F62F5-B664-CED3-FE7F-FAD0150F7B8A}"/>
          </ac:spMkLst>
        </pc:spChg>
        <pc:spChg chg="add mod">
          <ac:chgData name="Amon Benson" userId="20edac05a9ae2f55" providerId="LiveId" clId="{0DC1E920-EB54-5318-8B25-E48E81FFB049}" dt="2026-06-09T19:34:45.171" v="735" actId="1037"/>
          <ac:spMkLst>
            <pc:docMk/>
            <pc:sldMk cId="705181578" sldId="363"/>
            <ac:spMk id="8" creationId="{C4F020C3-EBC6-2172-DB34-B04E9D82184A}"/>
          </ac:spMkLst>
        </pc:spChg>
        <pc:spChg chg="add mod">
          <ac:chgData name="Amon Benson" userId="20edac05a9ae2f55" providerId="LiveId" clId="{0DC1E920-EB54-5318-8B25-E48E81FFB049}" dt="2026-06-09T19:34:45.171" v="735" actId="1037"/>
          <ac:spMkLst>
            <pc:docMk/>
            <pc:sldMk cId="705181578" sldId="363"/>
            <ac:spMk id="9" creationId="{8E7648B9-08C1-D9F4-71CB-78ED1AC0A028}"/>
          </ac:spMkLst>
        </pc:spChg>
        <pc:spChg chg="add mod">
          <ac:chgData name="Amon Benson" userId="20edac05a9ae2f55" providerId="LiveId" clId="{0DC1E920-EB54-5318-8B25-E48E81FFB049}" dt="2026-06-09T19:34:45.171" v="735" actId="1037"/>
          <ac:spMkLst>
            <pc:docMk/>
            <pc:sldMk cId="705181578" sldId="363"/>
            <ac:spMk id="10" creationId="{B903AAD3-528E-03C5-CFE3-DEC603C4D885}"/>
          </ac:spMkLst>
        </pc:spChg>
        <pc:picChg chg="add del mod">
          <ac:chgData name="Amon Benson" userId="20edac05a9ae2f55" providerId="LiveId" clId="{0DC1E920-EB54-5318-8B25-E48E81FFB049}" dt="2026-06-09T19:29:07.218" v="633" actId="931"/>
          <ac:picMkLst>
            <pc:docMk/>
            <pc:sldMk cId="705181578" sldId="363"/>
            <ac:picMk id="6" creationId="{925E53F8-7443-B969-4FEB-BA1480EDFC05}"/>
          </ac:picMkLst>
        </pc:picChg>
        <pc:picChg chg="del">
          <ac:chgData name="Amon Benson" userId="20edac05a9ae2f55" providerId="LiveId" clId="{0DC1E920-EB54-5318-8B25-E48E81FFB049}" dt="2026-06-09T19:23:53.535" v="598" actId="478"/>
          <ac:picMkLst>
            <pc:docMk/>
            <pc:sldMk cId="705181578" sldId="363"/>
            <ac:picMk id="7" creationId="{37C8EE0F-7548-F586-CE7C-641067202161}"/>
          </ac:picMkLst>
        </pc:picChg>
        <pc:picChg chg="mod">
          <ac:chgData name="Amon Benson" userId="20edac05a9ae2f55" providerId="LiveId" clId="{0DC1E920-EB54-5318-8B25-E48E81FFB049}" dt="2026-06-09T19:24:01.182" v="601" actId="1076"/>
          <ac:picMkLst>
            <pc:docMk/>
            <pc:sldMk cId="705181578" sldId="363"/>
            <ac:picMk id="18" creationId="{8C5B2813-7E4B-911E-E8F0-0DF6EFF832F2}"/>
          </ac:picMkLst>
        </pc:picChg>
      </pc:sldChg>
      <pc:sldChg chg="addSp delSp modSp add mod modNotesTx">
        <pc:chgData name="Amon Benson" userId="20edac05a9ae2f55" providerId="LiveId" clId="{0DC1E920-EB54-5318-8B25-E48E81FFB049}" dt="2026-06-10T06:45:29.295" v="3201" actId="20577"/>
        <pc:sldMkLst>
          <pc:docMk/>
          <pc:sldMk cId="3283253718" sldId="364"/>
        </pc:sldMkLst>
        <pc:spChg chg="del">
          <ac:chgData name="Amon Benson" userId="20edac05a9ae2f55" providerId="LiveId" clId="{0DC1E920-EB54-5318-8B25-E48E81FFB049}" dt="2026-06-09T19:29:23.538" v="645" actId="478"/>
          <ac:spMkLst>
            <pc:docMk/>
            <pc:sldMk cId="3283253718" sldId="364"/>
            <ac:spMk id="2" creationId="{71602C66-690A-4986-675E-25F1A8E51E85}"/>
          </ac:spMkLst>
        </pc:spChg>
        <pc:spChg chg="del mod">
          <ac:chgData name="Amon Benson" userId="20edac05a9ae2f55" providerId="LiveId" clId="{0DC1E920-EB54-5318-8B25-E48E81FFB049}" dt="2026-06-09T19:29:28.018" v="647" actId="478"/>
          <ac:spMkLst>
            <pc:docMk/>
            <pc:sldMk cId="3283253718" sldId="364"/>
            <ac:spMk id="3" creationId="{86A78C2E-8138-B076-F53C-CC68E3BC2F2B}"/>
          </ac:spMkLst>
        </pc:spChg>
        <pc:spChg chg="mod">
          <ac:chgData name="Amon Benson" userId="20edac05a9ae2f55" providerId="LiveId" clId="{0DC1E920-EB54-5318-8B25-E48E81FFB049}" dt="2026-06-10T06:45:29.295" v="3201" actId="20577"/>
          <ac:spMkLst>
            <pc:docMk/>
            <pc:sldMk cId="3283253718" sldId="364"/>
            <ac:spMk id="5" creationId="{67612CCB-0FD7-33C5-A5F1-40770E5E90A1}"/>
          </ac:spMkLst>
        </pc:spChg>
        <pc:spChg chg="add mod">
          <ac:chgData name="Amon Benson" userId="20edac05a9ae2f55" providerId="LiveId" clId="{0DC1E920-EB54-5318-8B25-E48E81FFB049}" dt="2026-06-09T19:35:19.899" v="748" actId="1036"/>
          <ac:spMkLst>
            <pc:docMk/>
            <pc:sldMk cId="3283253718" sldId="364"/>
            <ac:spMk id="7" creationId="{DC4BA026-5C46-347C-975E-C4DD34A6935B}"/>
          </ac:spMkLst>
        </pc:spChg>
        <pc:spChg chg="add mod">
          <ac:chgData name="Amon Benson" userId="20edac05a9ae2f55" providerId="LiveId" clId="{0DC1E920-EB54-5318-8B25-E48E81FFB049}" dt="2026-06-09T19:35:23.455" v="750" actId="1035"/>
          <ac:spMkLst>
            <pc:docMk/>
            <pc:sldMk cId="3283253718" sldId="364"/>
            <ac:spMk id="8" creationId="{7927F137-F093-C0EB-D284-D98C81ED9843}"/>
          </ac:spMkLst>
        </pc:spChg>
        <pc:spChg chg="add mod">
          <ac:chgData name="Amon Benson" userId="20edac05a9ae2f55" providerId="LiveId" clId="{0DC1E920-EB54-5318-8B25-E48E81FFB049}" dt="2026-06-09T19:35:30.359" v="753" actId="1076"/>
          <ac:spMkLst>
            <pc:docMk/>
            <pc:sldMk cId="3283253718" sldId="364"/>
            <ac:spMk id="9" creationId="{B197B0EE-82CF-67F5-7098-A4965F0A7742}"/>
          </ac:spMkLst>
        </pc:spChg>
        <pc:spChg chg="add mod">
          <ac:chgData name="Amon Benson" userId="20edac05a9ae2f55" providerId="LiveId" clId="{0DC1E920-EB54-5318-8B25-E48E81FFB049}" dt="2026-06-09T19:35:44.793" v="776" actId="14100"/>
          <ac:spMkLst>
            <pc:docMk/>
            <pc:sldMk cId="3283253718" sldId="364"/>
            <ac:spMk id="10" creationId="{BC21CAE9-BDED-E36E-2278-424BA78B078F}"/>
          </ac:spMkLst>
        </pc:spChg>
        <pc:picChg chg="add mod modCrop">
          <ac:chgData name="Amon Benson" userId="20edac05a9ae2f55" providerId="LiveId" clId="{0DC1E920-EB54-5318-8B25-E48E81FFB049}" dt="2026-06-09T19:35:26.564" v="752" actId="1076"/>
          <ac:picMkLst>
            <pc:docMk/>
            <pc:sldMk cId="3283253718" sldId="364"/>
            <ac:picMk id="6" creationId="{B2D678B7-DFF4-FB51-68B4-13FB2B76BE4C}"/>
          </ac:picMkLst>
        </pc:picChg>
        <pc:picChg chg="del">
          <ac:chgData name="Amon Benson" userId="20edac05a9ae2f55" providerId="LiveId" clId="{0DC1E920-EB54-5318-8B25-E48E81FFB049}" dt="2026-06-09T19:29:21.177" v="644" actId="478"/>
          <ac:picMkLst>
            <pc:docMk/>
            <pc:sldMk cId="3283253718" sldId="364"/>
            <ac:picMk id="18" creationId="{651AED74-8841-169F-395F-1A6B167CC6A7}"/>
          </ac:picMkLst>
        </pc:picChg>
      </pc:sldChg>
      <pc:sldChg chg="addSp delSp modSp add mod modNotesTx">
        <pc:chgData name="Amon Benson" userId="20edac05a9ae2f55" providerId="LiveId" clId="{0DC1E920-EB54-5318-8B25-E48E81FFB049}" dt="2026-06-10T06:45:35.597" v="3215" actId="20577"/>
        <pc:sldMkLst>
          <pc:docMk/>
          <pc:sldMk cId="3991510381" sldId="365"/>
        </pc:sldMkLst>
        <pc:spChg chg="add del mod">
          <ac:chgData name="Amon Benson" userId="20edac05a9ae2f55" providerId="LiveId" clId="{0DC1E920-EB54-5318-8B25-E48E81FFB049}" dt="2026-06-09T19:43:13.257" v="1037" actId="478"/>
          <ac:spMkLst>
            <pc:docMk/>
            <pc:sldMk cId="3991510381" sldId="365"/>
            <ac:spMk id="4" creationId="{A6582A5B-08A8-C778-4690-5B31941E19A4}"/>
          </ac:spMkLst>
        </pc:spChg>
        <pc:spChg chg="mod">
          <ac:chgData name="Amon Benson" userId="20edac05a9ae2f55" providerId="LiveId" clId="{0DC1E920-EB54-5318-8B25-E48E81FFB049}" dt="2026-06-10T06:45:35.597" v="3215" actId="20577"/>
          <ac:spMkLst>
            <pc:docMk/>
            <pc:sldMk cId="3991510381" sldId="365"/>
            <ac:spMk id="5" creationId="{4F007A52-2A51-5F03-27EE-97FFCB1F3F56}"/>
          </ac:spMkLst>
        </pc:spChg>
        <pc:spChg chg="mod">
          <ac:chgData name="Amon Benson" userId="20edac05a9ae2f55" providerId="LiveId" clId="{0DC1E920-EB54-5318-8B25-E48E81FFB049}" dt="2026-06-09T20:11:38.971" v="1947" actId="1076"/>
          <ac:spMkLst>
            <pc:docMk/>
            <pc:sldMk cId="3991510381" sldId="365"/>
            <ac:spMk id="7" creationId="{DDF644EC-D2BE-E96F-88BF-973BD09453FF}"/>
          </ac:spMkLst>
        </pc:spChg>
        <pc:spChg chg="del">
          <ac:chgData name="Amon Benson" userId="20edac05a9ae2f55" providerId="LiveId" clId="{0DC1E920-EB54-5318-8B25-E48E81FFB049}" dt="2026-06-09T19:41:42.342" v="977" actId="478"/>
          <ac:spMkLst>
            <pc:docMk/>
            <pc:sldMk cId="3991510381" sldId="365"/>
            <ac:spMk id="8" creationId="{0AB9429E-D610-6ACE-FC87-54316F056C9B}"/>
          </ac:spMkLst>
        </pc:spChg>
        <pc:spChg chg="del">
          <ac:chgData name="Amon Benson" userId="20edac05a9ae2f55" providerId="LiveId" clId="{0DC1E920-EB54-5318-8B25-E48E81FFB049}" dt="2026-06-09T19:41:42.342" v="977" actId="478"/>
          <ac:spMkLst>
            <pc:docMk/>
            <pc:sldMk cId="3991510381" sldId="365"/>
            <ac:spMk id="9" creationId="{52F8386D-A7FB-460A-8845-52ABB144E6D1}"/>
          </ac:spMkLst>
        </pc:spChg>
        <pc:spChg chg="del">
          <ac:chgData name="Amon Benson" userId="20edac05a9ae2f55" providerId="LiveId" clId="{0DC1E920-EB54-5318-8B25-E48E81FFB049}" dt="2026-06-09T19:41:42.342" v="977" actId="478"/>
          <ac:spMkLst>
            <pc:docMk/>
            <pc:sldMk cId="3991510381" sldId="365"/>
            <ac:spMk id="10" creationId="{19E253D9-0E56-9145-3B8A-6F52137C204A}"/>
          </ac:spMkLst>
        </pc:spChg>
        <pc:spChg chg="add del mod">
          <ac:chgData name="Amon Benson" userId="20edac05a9ae2f55" providerId="LiveId" clId="{0DC1E920-EB54-5318-8B25-E48E81FFB049}" dt="2026-06-09T19:43:11.150" v="1036" actId="478"/>
          <ac:spMkLst>
            <pc:docMk/>
            <pc:sldMk cId="3991510381" sldId="365"/>
            <ac:spMk id="11" creationId="{4B9EE8F3-A4AF-1CAE-18A1-FD2397A5188A}"/>
          </ac:spMkLst>
        </pc:spChg>
        <pc:picChg chg="add mod">
          <ac:chgData name="Amon Benson" userId="20edac05a9ae2f55" providerId="LiveId" clId="{0DC1E920-EB54-5318-8B25-E48E81FFB049}" dt="2026-06-09T20:11:38.971" v="1947" actId="1076"/>
          <ac:picMkLst>
            <pc:docMk/>
            <pc:sldMk cId="3991510381" sldId="365"/>
            <ac:picMk id="3" creationId="{8CD8360D-6351-FF0C-7D11-C7B74ACC7E75}"/>
          </ac:picMkLst>
        </pc:picChg>
        <pc:picChg chg="del">
          <ac:chgData name="Amon Benson" userId="20edac05a9ae2f55" providerId="LiveId" clId="{0DC1E920-EB54-5318-8B25-E48E81FFB049}" dt="2026-06-09T19:40:18.925" v="871" actId="478"/>
          <ac:picMkLst>
            <pc:docMk/>
            <pc:sldMk cId="3991510381" sldId="365"/>
            <ac:picMk id="6" creationId="{156CC978-76B4-AEA6-3FC8-C71C87FA31D8}"/>
          </ac:picMkLst>
        </pc:picChg>
      </pc:sldChg>
      <pc:sldChg chg="addSp delSp modSp add mod modNotesTx">
        <pc:chgData name="Amon Benson" userId="20edac05a9ae2f55" providerId="LiveId" clId="{0DC1E920-EB54-5318-8B25-E48E81FFB049}" dt="2026-06-10T06:45:40.365" v="3229" actId="20577"/>
        <pc:sldMkLst>
          <pc:docMk/>
          <pc:sldMk cId="1414125253" sldId="366"/>
        </pc:sldMkLst>
        <pc:spChg chg="mod">
          <ac:chgData name="Amon Benson" userId="20edac05a9ae2f55" providerId="LiveId" clId="{0DC1E920-EB54-5318-8B25-E48E81FFB049}" dt="2026-06-10T06:45:40.365" v="3229" actId="20577"/>
          <ac:spMkLst>
            <pc:docMk/>
            <pc:sldMk cId="1414125253" sldId="366"/>
            <ac:spMk id="5" creationId="{CFD34E51-61A6-C6DC-E05A-846421F9A063}"/>
          </ac:spMkLst>
        </pc:spChg>
        <pc:spChg chg="del">
          <ac:chgData name="Amon Benson" userId="20edac05a9ae2f55" providerId="LiveId" clId="{0DC1E920-EB54-5318-8B25-E48E81FFB049}" dt="2026-06-09T19:45:17.329" v="1112" actId="478"/>
          <ac:spMkLst>
            <pc:docMk/>
            <pc:sldMk cId="1414125253" sldId="366"/>
            <ac:spMk id="7" creationId="{21E32756-BBF1-AD72-E211-7117C05998FA}"/>
          </ac:spMkLst>
        </pc:spChg>
        <pc:picChg chg="del">
          <ac:chgData name="Amon Benson" userId="20edac05a9ae2f55" providerId="LiveId" clId="{0DC1E920-EB54-5318-8B25-E48E81FFB049}" dt="2026-06-09T19:45:14.860" v="1111" actId="478"/>
          <ac:picMkLst>
            <pc:docMk/>
            <pc:sldMk cId="1414125253" sldId="366"/>
            <ac:picMk id="3" creationId="{52E0C207-C228-21B6-D97A-977531F75E20}"/>
          </ac:picMkLst>
        </pc:picChg>
        <pc:picChg chg="add mod">
          <ac:chgData name="Amon Benson" userId="20edac05a9ae2f55" providerId="LiveId" clId="{0DC1E920-EB54-5318-8B25-E48E81FFB049}" dt="2026-06-09T19:46:00.775" v="1139" actId="1076"/>
          <ac:picMkLst>
            <pc:docMk/>
            <pc:sldMk cId="1414125253" sldId="366"/>
            <ac:picMk id="4" creationId="{4007FD0A-2CF6-7CD7-8D27-A202F385D37E}"/>
          </ac:picMkLst>
        </pc:picChg>
      </pc:sldChg>
      <pc:sldChg chg="addSp delSp modSp add mod modNotesTx">
        <pc:chgData name="Amon Benson" userId="20edac05a9ae2f55" providerId="LiveId" clId="{0DC1E920-EB54-5318-8B25-E48E81FFB049}" dt="2026-06-10T06:45:46.655" v="3243" actId="20577"/>
        <pc:sldMkLst>
          <pc:docMk/>
          <pc:sldMk cId="3604556986" sldId="367"/>
        </pc:sldMkLst>
        <pc:spChg chg="mod">
          <ac:chgData name="Amon Benson" userId="20edac05a9ae2f55" providerId="LiveId" clId="{0DC1E920-EB54-5318-8B25-E48E81FFB049}" dt="2026-06-10T06:45:46.655" v="3243" actId="20577"/>
          <ac:spMkLst>
            <pc:docMk/>
            <pc:sldMk cId="3604556986" sldId="367"/>
            <ac:spMk id="5" creationId="{E1505F05-585E-2D58-2B64-16B8A1FE65D0}"/>
          </ac:spMkLst>
        </pc:spChg>
        <pc:spChg chg="add mod">
          <ac:chgData name="Amon Benson" userId="20edac05a9ae2f55" providerId="LiveId" clId="{0DC1E920-EB54-5318-8B25-E48E81FFB049}" dt="2026-06-09T19:55:05.633" v="1447" actId="1036"/>
          <ac:spMkLst>
            <pc:docMk/>
            <pc:sldMk cId="3604556986" sldId="367"/>
            <ac:spMk id="9" creationId="{6C73AD9D-7FC9-D963-4FCF-6348145F287D}"/>
          </ac:spMkLst>
        </pc:spChg>
        <pc:spChg chg="add del mod">
          <ac:chgData name="Amon Benson" userId="20edac05a9ae2f55" providerId="LiveId" clId="{0DC1E920-EB54-5318-8B25-E48E81FFB049}" dt="2026-06-09T19:55:16.462" v="1454" actId="478"/>
          <ac:spMkLst>
            <pc:docMk/>
            <pc:sldMk cId="3604556986" sldId="367"/>
            <ac:spMk id="10" creationId="{07536F12-E73A-FD9B-0A74-7289701431C8}"/>
          </ac:spMkLst>
        </pc:spChg>
        <pc:spChg chg="add mod">
          <ac:chgData name="Amon Benson" userId="20edac05a9ae2f55" providerId="LiveId" clId="{0DC1E920-EB54-5318-8B25-E48E81FFB049}" dt="2026-06-09T19:54:57.006" v="1435" actId="1036"/>
          <ac:spMkLst>
            <pc:docMk/>
            <pc:sldMk cId="3604556986" sldId="367"/>
            <ac:spMk id="11" creationId="{FE211E2F-ACA4-1BBE-0890-80FBC9E43B68}"/>
          </ac:spMkLst>
        </pc:spChg>
        <pc:picChg chg="add del mod modCrop">
          <ac:chgData name="Amon Benson" userId="20edac05a9ae2f55" providerId="LiveId" clId="{0DC1E920-EB54-5318-8B25-E48E81FFB049}" dt="2026-06-09T19:51:09.675" v="1195" actId="478"/>
          <ac:picMkLst>
            <pc:docMk/>
            <pc:sldMk cId="3604556986" sldId="367"/>
            <ac:picMk id="3" creationId="{3BEE2F44-4913-3FC5-95BD-1CE6B1F88B0A}"/>
          </ac:picMkLst>
        </pc:picChg>
        <pc:picChg chg="del mod">
          <ac:chgData name="Amon Benson" userId="20edac05a9ae2f55" providerId="LiveId" clId="{0DC1E920-EB54-5318-8B25-E48E81FFB049}" dt="2026-06-09T19:47:26.962" v="1147" actId="478"/>
          <ac:picMkLst>
            <pc:docMk/>
            <pc:sldMk cId="3604556986" sldId="367"/>
            <ac:picMk id="4" creationId="{AC4D4F70-E528-D86D-1F27-85E84BE37E30}"/>
          </ac:picMkLst>
        </pc:picChg>
        <pc:picChg chg="add mod modCrop">
          <ac:chgData name="Amon Benson" userId="20edac05a9ae2f55" providerId="LiveId" clId="{0DC1E920-EB54-5318-8B25-E48E81FFB049}" dt="2026-06-09T19:51:36.415" v="1204" actId="1076"/>
          <ac:picMkLst>
            <pc:docMk/>
            <pc:sldMk cId="3604556986" sldId="367"/>
            <ac:picMk id="7" creationId="{3B8A7A33-8653-486C-08BF-613E57A77CCD}"/>
          </ac:picMkLst>
        </pc:picChg>
        <pc:picChg chg="add mod modCrop">
          <ac:chgData name="Amon Benson" userId="20edac05a9ae2f55" providerId="LiveId" clId="{0DC1E920-EB54-5318-8B25-E48E81FFB049}" dt="2026-06-09T19:51:58.379" v="1210" actId="1076"/>
          <ac:picMkLst>
            <pc:docMk/>
            <pc:sldMk cId="3604556986" sldId="367"/>
            <ac:picMk id="8" creationId="{88B2B533-999F-4A19-53CE-9D13D07D345F}"/>
          </ac:picMkLst>
        </pc:picChg>
      </pc:sldChg>
      <pc:sldChg chg="addSp delSp modSp add mod modNotesTx">
        <pc:chgData name="Amon Benson" userId="20edac05a9ae2f55" providerId="LiveId" clId="{0DC1E920-EB54-5318-8B25-E48E81FFB049}" dt="2026-06-10T06:46:09.174" v="3274" actId="20577"/>
        <pc:sldMkLst>
          <pc:docMk/>
          <pc:sldMk cId="3622107884" sldId="368"/>
        </pc:sldMkLst>
        <pc:spChg chg="add del mod">
          <ac:chgData name="Amon Benson" userId="20edac05a9ae2f55" providerId="LiveId" clId="{0DC1E920-EB54-5318-8B25-E48E81FFB049}" dt="2026-06-09T19:53:28.290" v="1330" actId="478"/>
          <ac:spMkLst>
            <pc:docMk/>
            <pc:sldMk cId="3622107884" sldId="368"/>
            <ac:spMk id="2" creationId="{DB4F5649-3027-27CD-32E6-AC5F86313F97}"/>
          </ac:spMkLst>
        </pc:spChg>
        <pc:spChg chg="mod">
          <ac:chgData name="Amon Benson" userId="20edac05a9ae2f55" providerId="LiveId" clId="{0DC1E920-EB54-5318-8B25-E48E81FFB049}" dt="2026-06-10T06:46:01.982" v="3258" actId="20577"/>
          <ac:spMkLst>
            <pc:docMk/>
            <pc:sldMk cId="3622107884" sldId="368"/>
            <ac:spMk id="5" creationId="{F4657F80-49BF-058F-E468-C8D1A4B900BF}"/>
          </ac:spMkLst>
        </pc:spChg>
      </pc:sldChg>
      <pc:sldChg chg="addSp delSp modSp add mod chgLayout modNotesTx">
        <pc:chgData name="Amon Benson" userId="20edac05a9ae2f55" providerId="LiveId" clId="{0DC1E920-EB54-5318-8B25-E48E81FFB049}" dt="2026-06-10T08:01:59.640" v="5442" actId="20577"/>
        <pc:sldMkLst>
          <pc:docMk/>
          <pc:sldMk cId="1957977642" sldId="369"/>
        </pc:sldMkLst>
        <pc:spChg chg="add del mod">
          <ac:chgData name="Amon Benson" userId="20edac05a9ae2f55" providerId="LiveId" clId="{0DC1E920-EB54-5318-8B25-E48E81FFB049}" dt="2026-06-10T06:48:25.473" v="3275" actId="6264"/>
          <ac:spMkLst>
            <pc:docMk/>
            <pc:sldMk cId="1957977642" sldId="369"/>
            <ac:spMk id="2" creationId="{C5048847-E83E-2E06-5CC0-211B7C229803}"/>
          </ac:spMkLst>
        </pc:spChg>
        <pc:spChg chg="add del mod ord">
          <ac:chgData name="Amon Benson" userId="20edac05a9ae2f55" providerId="LiveId" clId="{0DC1E920-EB54-5318-8B25-E48E81FFB049}" dt="2026-06-10T06:48:28.466" v="3276" actId="478"/>
          <ac:spMkLst>
            <pc:docMk/>
            <pc:sldMk cId="1957977642" sldId="369"/>
            <ac:spMk id="4" creationId="{B1FCF706-4660-9D9F-7CED-6D078E956BE2}"/>
          </ac:spMkLst>
        </pc:spChg>
        <pc:spChg chg="mod ord">
          <ac:chgData name="Amon Benson" userId="20edac05a9ae2f55" providerId="LiveId" clId="{0DC1E920-EB54-5318-8B25-E48E81FFB049}" dt="2026-06-10T06:57:48.768" v="3627" actId="20577"/>
          <ac:spMkLst>
            <pc:docMk/>
            <pc:sldMk cId="1957977642" sldId="369"/>
            <ac:spMk id="5" creationId="{8594DE85-E3F6-F30B-A8E2-B0BF48E8E1CB}"/>
          </ac:spMkLst>
        </pc:spChg>
        <pc:spChg chg="add mod ord">
          <ac:chgData name="Amon Benson" userId="20edac05a9ae2f55" providerId="LiveId" clId="{0DC1E920-EB54-5318-8B25-E48E81FFB049}" dt="2026-06-10T08:01:59.640" v="5442" actId="20577"/>
          <ac:spMkLst>
            <pc:docMk/>
            <pc:sldMk cId="1957977642" sldId="369"/>
            <ac:spMk id="6" creationId="{51EDEFEC-2C57-53B6-B2D8-27ADF4842729}"/>
          </ac:spMkLst>
        </pc:spChg>
        <pc:spChg chg="add del mod">
          <ac:chgData name="Amon Benson" userId="20edac05a9ae2f55" providerId="LiveId" clId="{0DC1E920-EB54-5318-8B25-E48E81FFB049}" dt="2026-06-10T06:52:35.991" v="3570" actId="478"/>
          <ac:spMkLst>
            <pc:docMk/>
            <pc:sldMk cId="1957977642" sldId="369"/>
            <ac:spMk id="7" creationId="{2538E2C0-81B8-9D07-6DD7-CD2094DBAE33}"/>
          </ac:spMkLst>
        </pc:spChg>
        <pc:picChg chg="del">
          <ac:chgData name="Amon Benson" userId="20edac05a9ae2f55" providerId="LiveId" clId="{0DC1E920-EB54-5318-8B25-E48E81FFB049}" dt="2026-06-09T19:56:46.718" v="1471" actId="478"/>
          <ac:picMkLst>
            <pc:docMk/>
            <pc:sldMk cId="1957977642" sldId="369"/>
            <ac:picMk id="3" creationId="{0D313191-D739-E669-69E5-B3173B880074}"/>
          </ac:picMkLst>
        </pc:picChg>
      </pc:sldChg>
      <pc:sldChg chg="modSp add mod modNotesTx">
        <pc:chgData name="Amon Benson" userId="20edac05a9ae2f55" providerId="LiveId" clId="{0DC1E920-EB54-5318-8B25-E48E81FFB049}" dt="2026-06-10T07:30:23.318" v="5335" actId="20577"/>
        <pc:sldMkLst>
          <pc:docMk/>
          <pc:sldMk cId="2368324758" sldId="370"/>
        </pc:sldMkLst>
        <pc:spChg chg="mod">
          <ac:chgData name="Amon Benson" userId="20edac05a9ae2f55" providerId="LiveId" clId="{0DC1E920-EB54-5318-8B25-E48E81FFB049}" dt="2026-06-10T07:30:23.318" v="5335" actId="20577"/>
          <ac:spMkLst>
            <pc:docMk/>
            <pc:sldMk cId="2368324758" sldId="370"/>
            <ac:spMk id="5" creationId="{4A3CE815-FA7F-7F0F-B188-B8793C6B5941}"/>
          </ac:spMkLst>
        </pc:spChg>
        <pc:spChg chg="mod">
          <ac:chgData name="Amon Benson" userId="20edac05a9ae2f55" providerId="LiveId" clId="{0DC1E920-EB54-5318-8B25-E48E81FFB049}" dt="2026-06-10T07:30:06.813" v="5330" actId="20577"/>
          <ac:spMkLst>
            <pc:docMk/>
            <pc:sldMk cId="2368324758" sldId="370"/>
            <ac:spMk id="6" creationId="{D4D47BC0-EAF6-A338-B8FB-6A2E82651F9B}"/>
          </ac:spMkLst>
        </pc:spChg>
      </pc:sldChg>
      <pc:sldMasterChg chg="modSp mod">
        <pc:chgData name="Amon Benson" userId="20edac05a9ae2f55" providerId="LiveId" clId="{0DC1E920-EB54-5318-8B25-E48E81FFB049}" dt="2026-06-10T08:37:18.983" v="5478" actId="14100"/>
        <pc:sldMasterMkLst>
          <pc:docMk/>
          <pc:sldMasterMk cId="3907247464" sldId="2147483710"/>
        </pc:sldMasterMkLst>
        <pc:spChg chg="mod">
          <ac:chgData name="Amon Benson" userId="20edac05a9ae2f55" providerId="LiveId" clId="{0DC1E920-EB54-5318-8B25-E48E81FFB049}" dt="2026-06-10T08:37:18.983" v="5478" actId="14100"/>
          <ac:spMkLst>
            <pc:docMk/>
            <pc:sldMasterMk cId="3907247464" sldId="2147483710"/>
            <ac:spMk id="20" creationId="{36184FE9-ADE0-F94C-90C6-58CFCA50F9A4}"/>
          </ac:spMkLst>
        </pc:spChg>
      </pc:sldMasterChg>
    </pc:docChg>
  </pc:docChgLst>
  <pc:docChgLst>
    <pc:chgData name="Amon Benson" userId="20edac05a9ae2f55" providerId="LiveId" clId="{8C27D548-E377-3B8C-971E-10E6087556A5}"/>
    <pc:docChg chg="modSld">
      <pc:chgData name="Amon Benson" userId="20edac05a9ae2f55" providerId="LiveId" clId="{8C27D548-E377-3B8C-971E-10E6087556A5}" dt="2026-06-10T09:24:01.049" v="12" actId="20577"/>
      <pc:docMkLst>
        <pc:docMk/>
      </pc:docMkLst>
      <pc:sldChg chg="modSp">
        <pc:chgData name="Amon Benson" userId="20edac05a9ae2f55" providerId="LiveId" clId="{8C27D548-E377-3B8C-971E-10E6087556A5}" dt="2026-06-10T09:22:20.175" v="3" actId="20577"/>
        <pc:sldMkLst>
          <pc:docMk/>
          <pc:sldMk cId="705181578" sldId="363"/>
        </pc:sldMkLst>
        <pc:spChg chg="mod">
          <ac:chgData name="Amon Benson" userId="20edac05a9ae2f55" providerId="LiveId" clId="{8C27D548-E377-3B8C-971E-10E6087556A5}" dt="2026-06-10T09:22:20.175" v="3" actId="20577"/>
          <ac:spMkLst>
            <pc:docMk/>
            <pc:sldMk cId="705181578" sldId="363"/>
            <ac:spMk id="2" creationId="{D1138688-ACD6-A9EC-4AA2-BA77A21142A2}"/>
          </ac:spMkLst>
        </pc:spChg>
      </pc:sldChg>
      <pc:sldChg chg="modNotesTx">
        <pc:chgData name="Amon Benson" userId="20edac05a9ae2f55" providerId="LiveId" clId="{8C27D548-E377-3B8C-971E-10E6087556A5}" dt="2026-06-10T09:24:01.049" v="12" actId="20577"/>
        <pc:sldMkLst>
          <pc:docMk/>
          <pc:sldMk cId="3283253718" sldId="3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6180F-3EA1-4748-B4F4-956BB5176995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C3961-1900-1342-BF9B-82C3215CD3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93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Expression (sometime Volume) Pedals are used during live performances to alter the sound of an audio signal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Example image: guitarist, can apply audio filter/modify frequence with both hands free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a switch pedal: Set a specific position and drive continuous values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Goal of this project: Create a hardware adapter to connect these pedals to a PC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35744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53CE8-D396-673A-8BF9-8025B1305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67E76-0AE1-8BD6-C56A-BC82EB138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3AE11D-7134-66DE-08A6-EF3780DB9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Simple passive device consisting of a single potentiometer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Complexity comes from the fact that no standard pinout exists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Nearly all pedals use a 6.35 mm TRS jack, two common pinouts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Some only use Tip-Ring plug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Sometimes pedals themselves have a switch to toggle between two common configuration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 Build a device that can: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detect the specific configuration of an attached pedal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 err="1">
                <a:sym typeface="Wingdings" pitchFamily="2" charset="2"/>
              </a:rPr>
              <a:t>continously</a:t>
            </a:r>
            <a:r>
              <a:rPr lang="en-US" dirty="0">
                <a:sym typeface="Wingdings" pitchFamily="2" charset="2"/>
              </a:rPr>
              <a:t> read its position and send that to the host PC via the MIDI-USB protocol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BEEB4C-4766-ADF1-7554-29E8420AFE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2130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996EC-2983-EC88-CA7B-2181109AC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8BD5F8-9A52-BF17-4FEF-158C2643BA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AFDD5-65ED-519D-A28D-7ACE483D7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Model: Two resistors A and 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If we apply our positive and negative supply, we can read the voltage in the middle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 Detect the resistor ratio and therefore the pedal position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Order of taps unknown: Test all possible permutations  Solve for the exact resistor values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To do this electrically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08588-C0D5-4D9D-D559-88896AA8D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8698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8443C-B04B-68F6-8216-6AFF9ED39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0ACD5-48D9-4E15-6D27-8314F04AE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08372-D3F1-5CB2-1F4B-048E3025D8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Each Tap can be pulled High, Low, or left floating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Each Tap is connected to a separate ADC channel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D08-D27E-04A0-9D20-38C79674E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48599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2ADC0-5ECF-C9B9-FFA0-AEF0F94C9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2E8C2-D618-F75C-9C39-FC1C48FEF4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EF0A46-4A15-B8EA-3F27-AF0BF0A7F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Simple passive Anti-Aliasing-Filter: ~1.6 kHz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Pullup/down: </a:t>
            </a:r>
            <a:r>
              <a:rPr lang="de-DE" dirty="0" err="1">
                <a:sym typeface="Wingdings" pitchFamily="2" charset="2"/>
              </a:rPr>
              <a:t>Tristate</a:t>
            </a:r>
            <a:r>
              <a:rPr lang="de-DE" dirty="0">
                <a:sym typeface="Wingdings" pitchFamily="2" charset="2"/>
              </a:rPr>
              <a:t> </a:t>
            </a:r>
            <a:r>
              <a:rPr lang="en-US" dirty="0">
                <a:sym typeface="Wingdings" pitchFamily="2" charset="2"/>
              </a:rPr>
              <a:t>Buffer IC (SN74)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Two control signals per output  74HC shift register (Microcontroller GPIO expansion)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50A24-993D-05FD-CB75-58F3EB65E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0790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BC19B-67CE-04F0-0D6A-1D489353A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22922C-3183-C008-A5E5-70FE892177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43B7D-EEB4-B69A-80F2-D0BCCE5C0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ADC: AD7124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Low speed (&lt; 1kHz)  Sigma Delta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Works with 3.3V supply (Microcontroller logic level)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Interface via SPI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Minimal external circuitry required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ACEE6-41A2-A669-2CBC-C8DAF5DD36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63637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8EE9F-F359-1EC3-6DAC-A78CDF663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5D52AC-CB11-4C0F-414B-0225415C4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4AF30-7DA2-0B4B-9A2F-0EE39DF09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>
                <a:sym typeface="Wingdings" pitchFamily="2" charset="2"/>
              </a:rPr>
              <a:t>uC</a:t>
            </a:r>
            <a:r>
              <a:rPr lang="en-US" dirty="0">
                <a:sym typeface="Wingdings" pitchFamily="2" charset="2"/>
              </a:rPr>
              <a:t>: Raspberry Pi Pico 2 Module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Bare RP2040 chip  USB, crystal, flash, etc. would all need to be added manually. Pico 2 Module is the official (well tested hardware)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STM32 (F4/G4/L4)  Faster CPU, but more external hardware required + proprietary USB stack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87E4B-5612-025E-AB7E-12C1068B00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2136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A2FD4-B63E-A08C-3694-9B828F9B0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A4191E-357F-1696-261C-F8E74880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EF304-690B-FE69-FDC4-B29C48602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Digital supplies (5V and 3.3V)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3.3V can be toggled between this LDO and the Pico Module’s onboard voltage regulator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Analog supply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GND connected via single star point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89722-4BF1-FDAB-5394-9F1AFBD5F7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6700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2372A-F3BF-6DAF-C076-5A0F997A0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9D1147-860E-91FC-EA92-1F0915F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5D8CE9-E10C-2A2A-A062-26FF51F4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Reverse polarity protection circuit via an ideal diode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TVS protection diode for voltage spikes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42062-5560-BDD7-0577-33B884DD0C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8128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A40FB-B468-54DA-A058-7778D49E8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29511-745A-231C-AC70-4C7114C43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84DFB6-EEE6-FB1D-09EB-C9E287B2E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Hardware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Finish during the next week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Pick exact parts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Decoupling of the ADC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Hardware buttons and LEDs for indication purposes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Routing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Firmware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Start software implementation simultaneously next week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Offline simulation of the detection algorithm using ideal ADC measurements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49E00-2AAA-8AC3-0F67-D2E8E6913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9519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8EBEB-5E8D-9038-F541-CF34344B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3598C-81C8-7580-25CA-758063E56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265542-0881-96E3-1F14-9431A6EBF1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Measure voltage and SNR on the supply rails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Measure signal integrity of the SPI bus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Self-tests: SPI device id inquiry, tristate buffer pullup/pulldown using ADC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Detection algorithm for known networks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Apply a resistor configuration and validate the detected topology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Also apply edge cases where R=0 Ohm (short or open circuit)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Sweep a precision resistor and compare the measured resistor ratio to the actual one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Measure end-to-end latency from input resistance change to the value arriving at the USB host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F6177-7FB2-7930-C07B-FD5A6E685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74734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64537-50CB-B643-2F73-B29486CA9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DDBDCD-AAEB-4921-C19C-D05AE79D9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72D3F3-034D-E907-917E-8BD7C568B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Similar principle: “Transistor tester”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52F24-5186-3B69-CE58-A886D5AADD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7242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-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3">
            <a:extLst>
              <a:ext uri="{FF2B5EF4-FFF2-40B4-BE49-F238E27FC236}">
                <a16:creationId xmlns:a16="http://schemas.microsoft.com/office/drawing/2014/main" id="{9A036687-F2BF-7B4C-A352-6E1D355D125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6479" y="1260572"/>
            <a:ext cx="8885359" cy="3273604"/>
          </a:xfrm>
          <a:custGeom>
            <a:avLst/>
            <a:gdLst>
              <a:gd name="connsiteX0" fmla="*/ 0 w 8328660"/>
              <a:gd name="connsiteY0" fmla="*/ 0 h 3143274"/>
              <a:gd name="connsiteX1" fmla="*/ 8328660 w 8328660"/>
              <a:gd name="connsiteY1" fmla="*/ 0 h 3143274"/>
              <a:gd name="connsiteX2" fmla="*/ 8328660 w 8328660"/>
              <a:gd name="connsiteY2" fmla="*/ 3143274 h 3143274"/>
              <a:gd name="connsiteX3" fmla="*/ 0 w 8328660"/>
              <a:gd name="connsiteY3" fmla="*/ 3143274 h 3143274"/>
              <a:gd name="connsiteX4" fmla="*/ 0 w 8328660"/>
              <a:gd name="connsiteY4" fmla="*/ 0 h 314327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8660 w 8336280"/>
              <a:gd name="connsiteY2" fmla="*/ 374525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1040 w 8336280"/>
              <a:gd name="connsiteY2" fmla="*/ 324233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286029 h 3429303"/>
              <a:gd name="connsiteX1" fmla="*/ 8336280 w 8336280"/>
              <a:gd name="connsiteY1" fmla="*/ 0 h 3429303"/>
              <a:gd name="connsiteX2" fmla="*/ 8321040 w 8336280"/>
              <a:gd name="connsiteY2" fmla="*/ 2926383 h 3429303"/>
              <a:gd name="connsiteX3" fmla="*/ 0 w 8336280"/>
              <a:gd name="connsiteY3" fmla="*/ 3429303 h 3429303"/>
              <a:gd name="connsiteX4" fmla="*/ 0 w 8336280"/>
              <a:gd name="connsiteY4" fmla="*/ 286029 h 3429303"/>
              <a:gd name="connsiteX0" fmla="*/ 0 w 8339997"/>
              <a:gd name="connsiteY0" fmla="*/ 312049 h 3429303"/>
              <a:gd name="connsiteX1" fmla="*/ 8339997 w 8339997"/>
              <a:gd name="connsiteY1" fmla="*/ 0 h 3429303"/>
              <a:gd name="connsiteX2" fmla="*/ 8324757 w 8339997"/>
              <a:gd name="connsiteY2" fmla="*/ 2926383 h 3429303"/>
              <a:gd name="connsiteX3" fmla="*/ 3717 w 8339997"/>
              <a:gd name="connsiteY3" fmla="*/ 3429303 h 3429303"/>
              <a:gd name="connsiteX4" fmla="*/ 0 w 8339997"/>
              <a:gd name="connsiteY4" fmla="*/ 312049 h 3429303"/>
              <a:gd name="connsiteX0" fmla="*/ 0 w 8343172"/>
              <a:gd name="connsiteY0" fmla="*/ 305699 h 3429303"/>
              <a:gd name="connsiteX1" fmla="*/ 8343172 w 8343172"/>
              <a:gd name="connsiteY1" fmla="*/ 0 h 3429303"/>
              <a:gd name="connsiteX2" fmla="*/ 8327932 w 8343172"/>
              <a:gd name="connsiteY2" fmla="*/ 2926383 h 3429303"/>
              <a:gd name="connsiteX3" fmla="*/ 6892 w 8343172"/>
              <a:gd name="connsiteY3" fmla="*/ 3429303 h 3429303"/>
              <a:gd name="connsiteX4" fmla="*/ 0 w 8343172"/>
              <a:gd name="connsiteY4" fmla="*/ 305699 h 3429303"/>
              <a:gd name="connsiteX0" fmla="*/ 0 w 8349522"/>
              <a:gd name="connsiteY0" fmla="*/ 30887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8874 h 3429303"/>
              <a:gd name="connsiteX0" fmla="*/ 0 w 8352697"/>
              <a:gd name="connsiteY0" fmla="*/ 312049 h 3429303"/>
              <a:gd name="connsiteX1" fmla="*/ 8352697 w 8352697"/>
              <a:gd name="connsiteY1" fmla="*/ 0 h 3429303"/>
              <a:gd name="connsiteX2" fmla="*/ 8337457 w 8352697"/>
              <a:gd name="connsiteY2" fmla="*/ 2926383 h 3429303"/>
              <a:gd name="connsiteX3" fmla="*/ 16417 w 8352697"/>
              <a:gd name="connsiteY3" fmla="*/ 3429303 h 3429303"/>
              <a:gd name="connsiteX4" fmla="*/ 0 w 8352697"/>
              <a:gd name="connsiteY4" fmla="*/ 312049 h 3429303"/>
              <a:gd name="connsiteX0" fmla="*/ 0 w 8349522"/>
              <a:gd name="connsiteY0" fmla="*/ 30252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2524 h 3429303"/>
              <a:gd name="connsiteX0" fmla="*/ 0 w 8349522"/>
              <a:gd name="connsiteY0" fmla="*/ 302524 h 3226103"/>
              <a:gd name="connsiteX1" fmla="*/ 8349522 w 8349522"/>
              <a:gd name="connsiteY1" fmla="*/ 0 h 3226103"/>
              <a:gd name="connsiteX2" fmla="*/ 8334282 w 8349522"/>
              <a:gd name="connsiteY2" fmla="*/ 2926383 h 3226103"/>
              <a:gd name="connsiteX3" fmla="*/ 13242 w 8349522"/>
              <a:gd name="connsiteY3" fmla="*/ 3226103 h 3226103"/>
              <a:gd name="connsiteX4" fmla="*/ 0 w 8349522"/>
              <a:gd name="connsiteY4" fmla="*/ 302524 h 3226103"/>
              <a:gd name="connsiteX0" fmla="*/ 0 w 8883911"/>
              <a:gd name="connsiteY0" fmla="*/ 326274 h 3226103"/>
              <a:gd name="connsiteX1" fmla="*/ 8883911 w 8883911"/>
              <a:gd name="connsiteY1" fmla="*/ 0 h 3226103"/>
              <a:gd name="connsiteX2" fmla="*/ 8868671 w 8883911"/>
              <a:gd name="connsiteY2" fmla="*/ 2926383 h 3226103"/>
              <a:gd name="connsiteX3" fmla="*/ 547631 w 8883911"/>
              <a:gd name="connsiteY3" fmla="*/ 3226103 h 3226103"/>
              <a:gd name="connsiteX4" fmla="*/ 0 w 8883911"/>
              <a:gd name="connsiteY4" fmla="*/ 326274 h 3226103"/>
              <a:gd name="connsiteX0" fmla="*/ 0 w 8872036"/>
              <a:gd name="connsiteY0" fmla="*/ 326274 h 3226103"/>
              <a:gd name="connsiteX1" fmla="*/ 8872036 w 8872036"/>
              <a:gd name="connsiteY1" fmla="*/ 0 h 3226103"/>
              <a:gd name="connsiteX2" fmla="*/ 8856796 w 8872036"/>
              <a:gd name="connsiteY2" fmla="*/ 2926383 h 3226103"/>
              <a:gd name="connsiteX3" fmla="*/ 535756 w 8872036"/>
              <a:gd name="connsiteY3" fmla="*/ 3226103 h 3226103"/>
              <a:gd name="connsiteX4" fmla="*/ 0 w 8872036"/>
              <a:gd name="connsiteY4" fmla="*/ 326274 h 3226103"/>
              <a:gd name="connsiteX0" fmla="*/ 34357 w 8906393"/>
              <a:gd name="connsiteY0" fmla="*/ 326274 h 3273604"/>
              <a:gd name="connsiteX1" fmla="*/ 8906393 w 8906393"/>
              <a:gd name="connsiteY1" fmla="*/ 0 h 3273604"/>
              <a:gd name="connsiteX2" fmla="*/ 8891153 w 8906393"/>
              <a:gd name="connsiteY2" fmla="*/ 2926383 h 3273604"/>
              <a:gd name="connsiteX3" fmla="*/ 98 w 8906393"/>
              <a:gd name="connsiteY3" fmla="*/ 3273604 h 3273604"/>
              <a:gd name="connsiteX4" fmla="*/ 34357 w 8906393"/>
              <a:gd name="connsiteY4" fmla="*/ 326274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1367 w 8907662"/>
              <a:gd name="connsiteY3" fmla="*/ 3273604 h 3273604"/>
              <a:gd name="connsiteX4" fmla="*/ 0 w 8907662"/>
              <a:gd name="connsiteY4" fmla="*/ 338149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32591 w 8907662"/>
              <a:gd name="connsiteY3" fmla="*/ 3273604 h 3273604"/>
              <a:gd name="connsiteX4" fmla="*/ 0 w 8907662"/>
              <a:gd name="connsiteY4" fmla="*/ 338149 h 3273604"/>
              <a:gd name="connsiteX0" fmla="*/ 0 w 8885359"/>
              <a:gd name="connsiteY0" fmla="*/ 338149 h 3273604"/>
              <a:gd name="connsiteX1" fmla="*/ 8885359 w 8885359"/>
              <a:gd name="connsiteY1" fmla="*/ 0 h 3273604"/>
              <a:gd name="connsiteX2" fmla="*/ 8870119 w 8885359"/>
              <a:gd name="connsiteY2" fmla="*/ 2926383 h 3273604"/>
              <a:gd name="connsiteX3" fmla="*/ 10288 w 8885359"/>
              <a:gd name="connsiteY3" fmla="*/ 3273604 h 3273604"/>
              <a:gd name="connsiteX4" fmla="*/ 0 w 8885359"/>
              <a:gd name="connsiteY4" fmla="*/ 338149 h 3273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85359" h="3273604">
                <a:moveTo>
                  <a:pt x="0" y="338149"/>
                </a:moveTo>
                <a:lnTo>
                  <a:pt x="8885359" y="0"/>
                </a:lnTo>
                <a:lnTo>
                  <a:pt x="8870119" y="2926383"/>
                </a:lnTo>
                <a:lnTo>
                  <a:pt x="10288" y="3273604"/>
                </a:lnTo>
                <a:cubicBezTo>
                  <a:pt x="7991" y="2232403"/>
                  <a:pt x="2297" y="1379350"/>
                  <a:pt x="0" y="338149"/>
                </a:cubicBezTo>
                <a:close/>
              </a:path>
            </a:pathLst>
          </a:custGeom>
          <a:solidFill>
            <a:srgbClr val="434343"/>
          </a:solidFill>
        </p:spPr>
        <p:txBody>
          <a:bodyPr lIns="576000"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Platzhalter: Bild Titelfolie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18C730E-B3F8-944F-8BC2-E236CE7245E4}"/>
              </a:ext>
            </a:extLst>
          </p:cNvPr>
          <p:cNvSpPr txBox="1"/>
          <p:nvPr userDrawn="1"/>
        </p:nvSpPr>
        <p:spPr>
          <a:xfrm>
            <a:off x="-2031023" y="2620375"/>
            <a:ext cx="202130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Platzhalterbild ersetzen:</a:t>
            </a:r>
            <a:b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löschen und durch neues Bild ersetzen &gt; über Bildformat &gt; Zuschneiden im Rahmen ggf. nachpositionieren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Copyrightangabe: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Korrektes Copyright angeben (in der Regel Name des*der Fotograf*in), Textfarbe je nach Hintergrund weiß oder schwarz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7B17960-7FEA-3C44-9F5C-B38F41DF0CD3}"/>
              </a:ext>
            </a:extLst>
          </p:cNvPr>
          <p:cNvSpPr txBox="1"/>
          <p:nvPr userDrawn="1"/>
        </p:nvSpPr>
        <p:spPr>
          <a:xfrm>
            <a:off x="9903" y="-313433"/>
            <a:ext cx="17036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V1: Titelfolie mit Bild</a:t>
            </a:r>
          </a:p>
        </p:txBody>
      </p:sp>
    </p:spTree>
    <p:extLst>
      <p:ext uri="{BB962C8B-B14F-4D97-AF65-F5344CB8AC3E}">
        <p14:creationId xmlns:p14="http://schemas.microsoft.com/office/powerpoint/2010/main" val="275691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-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740704DC-2971-A248-9827-94150E3D8746}"/>
              </a:ext>
            </a:extLst>
          </p:cNvPr>
          <p:cNvSpPr txBox="1"/>
          <p:nvPr userDrawn="1"/>
        </p:nvSpPr>
        <p:spPr>
          <a:xfrm>
            <a:off x="9903" y="-313433"/>
            <a:ext cx="17036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V2: Titelfolie ohne Bild</a:t>
            </a:r>
          </a:p>
        </p:txBody>
      </p:sp>
    </p:spTree>
    <p:extLst>
      <p:ext uri="{BB962C8B-B14F-4D97-AF65-F5344CB8AC3E}">
        <p14:creationId xmlns:p14="http://schemas.microsoft.com/office/powerpoint/2010/main" val="1505704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Text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7BD4116-72F8-7D4E-846E-4E9887F60C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0800" y="3175200"/>
            <a:ext cx="9721850" cy="2124075"/>
          </a:xfrm>
          <a:prstGeom prst="rect">
            <a:avLst/>
          </a:prstGeom>
        </p:spPr>
        <p:txBody>
          <a:bodyPr lIns="0" t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Aufzählung 1. Ebene Arial Regular 18 </a:t>
            </a:r>
            <a:r>
              <a:rPr lang="de-DE" dirty="0" err="1"/>
              <a:t>pt</a:t>
            </a:r>
            <a:r>
              <a:rPr lang="de-DE" dirty="0"/>
              <a:t>, ZA: 24 </a:t>
            </a:r>
            <a:r>
              <a:rPr lang="de-DE" dirty="0" err="1"/>
              <a:t>pt</a:t>
            </a:r>
            <a:endParaRPr lang="de-DE" dirty="0"/>
          </a:p>
          <a:p>
            <a:pPr lvl="1"/>
            <a:r>
              <a:rPr lang="de-DE" dirty="0"/>
              <a:t>2. Ebene</a:t>
            </a:r>
          </a:p>
          <a:p>
            <a:pPr lvl="2"/>
            <a:r>
              <a:rPr lang="de-DE" dirty="0"/>
              <a:t>3. Ebene</a:t>
            </a:r>
          </a:p>
          <a:p>
            <a:pPr lvl="3"/>
            <a:r>
              <a:rPr lang="de-DE" dirty="0"/>
              <a:t>4. Ebene</a:t>
            </a:r>
          </a:p>
          <a:p>
            <a:pPr lvl="4"/>
            <a:r>
              <a:rPr lang="de-DE" dirty="0"/>
              <a:t>5. Ebene</a:t>
            </a:r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9DAAF3EE-A5B2-F647-838D-0DFAACB4D5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0800" y="1371600"/>
            <a:ext cx="9721850" cy="152637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Arial Regular 18pt, ZA: 24pt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erat,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et </a:t>
            </a:r>
            <a:r>
              <a:rPr lang="de-DE" dirty="0" err="1"/>
              <a:t>accusam</a:t>
            </a:r>
            <a:r>
              <a:rPr lang="de-DE" dirty="0"/>
              <a:t> et </a:t>
            </a:r>
            <a:r>
              <a:rPr lang="de-DE" dirty="0" err="1"/>
              <a:t>justo</a:t>
            </a:r>
            <a:r>
              <a:rPr lang="de-DE" dirty="0"/>
              <a:t> </a:t>
            </a:r>
            <a:r>
              <a:rPr lang="de-DE" dirty="0" err="1"/>
              <a:t>duo</a:t>
            </a:r>
            <a:r>
              <a:rPr lang="de-DE" dirty="0"/>
              <a:t> </a:t>
            </a:r>
            <a:r>
              <a:rPr lang="de-DE" dirty="0" err="1"/>
              <a:t>dolores</a:t>
            </a:r>
            <a:r>
              <a:rPr lang="de-DE" dirty="0"/>
              <a:t> et </a:t>
            </a:r>
            <a:r>
              <a:rPr lang="de-DE" dirty="0" err="1"/>
              <a:t>ea</a:t>
            </a:r>
            <a:r>
              <a:rPr lang="de-DE" dirty="0"/>
              <a:t> </a:t>
            </a:r>
            <a:r>
              <a:rPr lang="de-DE" dirty="0" err="1"/>
              <a:t>rebum</a:t>
            </a:r>
            <a:r>
              <a:rPr lang="de-DE" dirty="0"/>
              <a:t>. Stet </a:t>
            </a:r>
            <a:r>
              <a:rPr lang="de-DE" dirty="0" err="1"/>
              <a:t>clita</a:t>
            </a:r>
            <a:r>
              <a:rPr lang="de-DE" dirty="0"/>
              <a:t> </a:t>
            </a:r>
            <a:r>
              <a:rPr lang="de-DE" dirty="0" err="1"/>
              <a:t>kasd</a:t>
            </a:r>
            <a:r>
              <a:rPr lang="de-DE" dirty="0"/>
              <a:t> </a:t>
            </a:r>
            <a:r>
              <a:rPr lang="de-DE" dirty="0" err="1"/>
              <a:t>gubergren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sea</a:t>
            </a:r>
            <a:r>
              <a:rPr lang="de-DE" dirty="0"/>
              <a:t> </a:t>
            </a:r>
            <a:r>
              <a:rPr lang="de-DE" dirty="0" err="1"/>
              <a:t>takimata</a:t>
            </a:r>
            <a:endParaRPr lang="de-DE" dirty="0"/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5B12DAD6-93EF-5042-858F-4BB3334F10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1431473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- Bild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2">
            <a:extLst>
              <a:ext uri="{FF2B5EF4-FFF2-40B4-BE49-F238E27FC236}">
                <a16:creationId xmlns:a16="http://schemas.microsoft.com/office/drawing/2014/main" id="{55FA8C39-046E-E34F-8E80-7B9D099D7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19600" y="1382400"/>
            <a:ext cx="3982945" cy="40935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Arial Regular 18pt, ZA: 24pt </a:t>
            </a:r>
            <a:br>
              <a:rPr lang="de-DE" dirty="0"/>
            </a:b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erat,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et </a:t>
            </a:r>
            <a:r>
              <a:rPr lang="de-DE" dirty="0" err="1"/>
              <a:t>accusam</a:t>
            </a:r>
            <a:r>
              <a:rPr lang="de-DE" dirty="0"/>
              <a:t> et </a:t>
            </a:r>
            <a:r>
              <a:rPr lang="de-DE" dirty="0" err="1"/>
              <a:t>justo</a:t>
            </a:r>
            <a:r>
              <a:rPr lang="de-DE" dirty="0"/>
              <a:t> </a:t>
            </a:r>
            <a:r>
              <a:rPr lang="de-DE" dirty="0" err="1"/>
              <a:t>duo</a:t>
            </a:r>
            <a:r>
              <a:rPr lang="de-DE" dirty="0"/>
              <a:t> </a:t>
            </a:r>
            <a:r>
              <a:rPr lang="de-DE" dirty="0" err="1"/>
              <a:t>dolores</a:t>
            </a:r>
            <a:r>
              <a:rPr lang="de-DE" dirty="0"/>
              <a:t> et </a:t>
            </a:r>
            <a:r>
              <a:rPr lang="de-DE" dirty="0" err="1"/>
              <a:t>ea</a:t>
            </a:r>
            <a:r>
              <a:rPr lang="de-DE" dirty="0"/>
              <a:t> </a:t>
            </a:r>
            <a:r>
              <a:rPr lang="de-DE" dirty="0" err="1"/>
              <a:t>rebum</a:t>
            </a:r>
            <a:r>
              <a:rPr lang="de-DE" dirty="0"/>
              <a:t>. Stet </a:t>
            </a:r>
            <a:r>
              <a:rPr lang="de-DE" dirty="0" err="1"/>
              <a:t>clita</a:t>
            </a:r>
            <a:r>
              <a:rPr lang="de-DE" dirty="0"/>
              <a:t> </a:t>
            </a:r>
            <a:r>
              <a:rPr lang="de-DE" dirty="0" err="1"/>
              <a:t>kasd</a:t>
            </a:r>
            <a:r>
              <a:rPr lang="de-DE" dirty="0"/>
              <a:t> </a:t>
            </a:r>
            <a:r>
              <a:rPr lang="de-DE" dirty="0" err="1"/>
              <a:t>gubergren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sea</a:t>
            </a:r>
            <a:r>
              <a:rPr lang="de-DE" dirty="0"/>
              <a:t> </a:t>
            </a:r>
            <a:r>
              <a:rPr lang="de-DE" dirty="0" err="1"/>
              <a:t>takimata</a:t>
            </a:r>
            <a:br>
              <a:rPr lang="de-DE" dirty="0"/>
            </a:br>
            <a:r>
              <a:rPr lang="de-DE" dirty="0"/>
              <a:t>sanctus </a:t>
            </a:r>
            <a:r>
              <a:rPr lang="de-DE" dirty="0" err="1"/>
              <a:t>est</a:t>
            </a:r>
            <a:r>
              <a:rPr lang="de-DE" dirty="0"/>
              <a:t>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</p:txBody>
      </p:sp>
      <p:sp>
        <p:nvSpPr>
          <p:cNvPr id="6" name="Bildplatzhalter 2">
            <a:extLst>
              <a:ext uri="{FF2B5EF4-FFF2-40B4-BE49-F238E27FC236}">
                <a16:creationId xmlns:a16="http://schemas.microsoft.com/office/drawing/2014/main" id="{8BAC5633-896E-0F44-8840-CC87B5BE704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50861" y="1381405"/>
            <a:ext cx="5545139" cy="4093589"/>
          </a:xfrm>
          <a:prstGeom prst="rect">
            <a:avLst/>
          </a:prstGeom>
          <a:solidFill>
            <a:srgbClr val="434343"/>
          </a:solidFill>
        </p:spPr>
        <p:txBody>
          <a:bodyPr anchor="ctr" anchorCtr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Platzhalter: Bild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8B97D328-84F0-2C4A-BBAB-1E79CDFE9B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664388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halt - Bild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9278302A-602E-374F-9D64-8FCFB4DC60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19600" y="1364399"/>
            <a:ext cx="3981600" cy="4111200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Aufzählung 1. Ebene Arial Regular 18 </a:t>
            </a:r>
            <a:r>
              <a:rPr lang="de-DE" dirty="0" err="1"/>
              <a:t>pt</a:t>
            </a:r>
            <a:r>
              <a:rPr lang="de-DE" dirty="0"/>
              <a:t>, ZA: 24 </a:t>
            </a:r>
            <a:r>
              <a:rPr lang="de-DE" dirty="0" err="1"/>
              <a:t>pt</a:t>
            </a:r>
            <a:endParaRPr lang="de-DE" dirty="0"/>
          </a:p>
          <a:p>
            <a:pPr lvl="1"/>
            <a:r>
              <a:rPr lang="de-DE" dirty="0"/>
              <a:t>2. Ebene</a:t>
            </a:r>
          </a:p>
          <a:p>
            <a:pPr lvl="2"/>
            <a:r>
              <a:rPr lang="de-DE" dirty="0"/>
              <a:t>3. Ebene</a:t>
            </a:r>
          </a:p>
          <a:p>
            <a:pPr lvl="3"/>
            <a:r>
              <a:rPr lang="de-DE" dirty="0"/>
              <a:t>4. Ebene</a:t>
            </a:r>
          </a:p>
          <a:p>
            <a:pPr lvl="4"/>
            <a:r>
              <a:rPr lang="de-DE" dirty="0"/>
              <a:t>5. Ebene</a:t>
            </a:r>
          </a:p>
        </p:txBody>
      </p:sp>
      <p:sp>
        <p:nvSpPr>
          <p:cNvPr id="6" name="Bildplatzhalter 2">
            <a:extLst>
              <a:ext uri="{FF2B5EF4-FFF2-40B4-BE49-F238E27FC236}">
                <a16:creationId xmlns:a16="http://schemas.microsoft.com/office/drawing/2014/main" id="{07DD2921-214D-B547-93DD-EB9D2A99CCEE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50861" y="1381405"/>
            <a:ext cx="5545139" cy="4093589"/>
          </a:xfrm>
          <a:prstGeom prst="rect">
            <a:avLst/>
          </a:prstGeom>
          <a:solidFill>
            <a:srgbClr val="434343"/>
          </a:solidFill>
        </p:spPr>
        <p:txBody>
          <a:bodyPr anchor="ctr" anchorCtr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Platzhalter: Bild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86E90AC2-BC99-614A-AF4F-584EF9915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327643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4" Type="http://schemas.openxmlformats.org/officeDocument/2006/relationships/image" Target="../media/image1.png" 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 /><Relationship Id="rId2" Type="http://schemas.openxmlformats.org/officeDocument/2006/relationships/slideLayout" Target="../slideLayouts/slideLayout4.xml" /><Relationship Id="rId1" Type="http://schemas.openxmlformats.org/officeDocument/2006/relationships/slideLayout" Target="../slideLayouts/slideLayout3.xml" /><Relationship Id="rId6" Type="http://schemas.openxmlformats.org/officeDocument/2006/relationships/image" Target="../media/image3.svg" /><Relationship Id="rId5" Type="http://schemas.openxmlformats.org/officeDocument/2006/relationships/image" Target="../media/image2.png" /><Relationship Id="rId4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4">
            <a:extLst>
              <a:ext uri="{FF2B5EF4-FFF2-40B4-BE49-F238E27FC236}">
                <a16:creationId xmlns:a16="http://schemas.microsoft.com/office/drawing/2014/main" id="{B97C5655-F240-634C-9B7B-B6181A1B3AF5}"/>
              </a:ext>
            </a:extLst>
          </p:cNvPr>
          <p:cNvSpPr/>
          <p:nvPr userDrawn="1"/>
        </p:nvSpPr>
        <p:spPr>
          <a:xfrm>
            <a:off x="0" y="1668462"/>
            <a:ext cx="12192000" cy="5189537"/>
          </a:xfrm>
          <a:custGeom>
            <a:avLst/>
            <a:gdLst>
              <a:gd name="connsiteX0" fmla="*/ 0 w 12192000"/>
              <a:gd name="connsiteY0" fmla="*/ 0 h 4760912"/>
              <a:gd name="connsiteX1" fmla="*/ 12192000 w 12192000"/>
              <a:gd name="connsiteY1" fmla="*/ 0 h 4760912"/>
              <a:gd name="connsiteX2" fmla="*/ 12192000 w 12192000"/>
              <a:gd name="connsiteY2" fmla="*/ 4760912 h 4760912"/>
              <a:gd name="connsiteX3" fmla="*/ 0 w 12192000"/>
              <a:gd name="connsiteY3" fmla="*/ 4760912 h 4760912"/>
              <a:gd name="connsiteX4" fmla="*/ 0 w 12192000"/>
              <a:gd name="connsiteY4" fmla="*/ 0 h 4760912"/>
              <a:gd name="connsiteX0" fmla="*/ 0 w 12192000"/>
              <a:gd name="connsiteY0" fmla="*/ 212725 h 4973637"/>
              <a:gd name="connsiteX1" fmla="*/ 12192000 w 12192000"/>
              <a:gd name="connsiteY1" fmla="*/ 0 h 4973637"/>
              <a:gd name="connsiteX2" fmla="*/ 12192000 w 12192000"/>
              <a:gd name="connsiteY2" fmla="*/ 4973637 h 4973637"/>
              <a:gd name="connsiteX3" fmla="*/ 0 w 12192000"/>
              <a:gd name="connsiteY3" fmla="*/ 4973637 h 4973637"/>
              <a:gd name="connsiteX4" fmla="*/ 0 w 12192000"/>
              <a:gd name="connsiteY4" fmla="*/ 212725 h 4973637"/>
              <a:gd name="connsiteX0" fmla="*/ 0 w 12192000"/>
              <a:gd name="connsiteY0" fmla="*/ 428625 h 5189537"/>
              <a:gd name="connsiteX1" fmla="*/ 12192000 w 12192000"/>
              <a:gd name="connsiteY1" fmla="*/ 0 h 5189537"/>
              <a:gd name="connsiteX2" fmla="*/ 12192000 w 12192000"/>
              <a:gd name="connsiteY2" fmla="*/ 5189537 h 5189537"/>
              <a:gd name="connsiteX3" fmla="*/ 0 w 12192000"/>
              <a:gd name="connsiteY3" fmla="*/ 5189537 h 5189537"/>
              <a:gd name="connsiteX4" fmla="*/ 0 w 12192000"/>
              <a:gd name="connsiteY4" fmla="*/ 428625 h 5189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189537">
                <a:moveTo>
                  <a:pt x="0" y="428625"/>
                </a:moveTo>
                <a:lnTo>
                  <a:pt x="12192000" y="0"/>
                </a:lnTo>
                <a:lnTo>
                  <a:pt x="12192000" y="5189537"/>
                </a:lnTo>
                <a:lnTo>
                  <a:pt x="0" y="5189537"/>
                </a:lnTo>
                <a:lnTo>
                  <a:pt x="0" y="428625"/>
                </a:lnTo>
                <a:close/>
              </a:path>
            </a:pathLst>
          </a:cu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8DDEEBD-D00D-1249-9E02-EDC0548BFCA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8168" y="378741"/>
            <a:ext cx="2250000" cy="7740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D20A730-187A-274D-A0E6-8412686F8775}"/>
              </a:ext>
            </a:extLst>
          </p:cNvPr>
          <p:cNvSpPr txBox="1"/>
          <p:nvPr userDrawn="1"/>
        </p:nvSpPr>
        <p:spPr>
          <a:xfrm>
            <a:off x="12292755" y="5534561"/>
            <a:ext cx="31024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Titelseiten – Platzhalter für </a:t>
            </a:r>
            <a:r>
              <a:rPr lang="de-DE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Sublogo</a:t>
            </a: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 ändern: 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Direkt auf dieser Folie &gt; Bild anklicken &gt; Rechtsklick &gt; Bild einfügen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Bild an Rahmen anpassen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anklicken &gt; Bildformat &gt; Zuschneiden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im Dropdown „Einpassen“ wählen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ggf. Bild nochmals neu positionieren </a:t>
            </a:r>
          </a:p>
        </p:txBody>
      </p:sp>
    </p:spTree>
    <p:extLst>
      <p:ext uri="{BB962C8B-B14F-4D97-AF65-F5344CB8AC3E}">
        <p14:creationId xmlns:p14="http://schemas.microsoft.com/office/powerpoint/2010/main" val="307969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3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346" userDrawn="1">
          <p15:clr>
            <a:srgbClr val="F26B43"/>
          </p15:clr>
        </p15:guide>
        <p15:guide id="4" pos="1232" userDrawn="1">
          <p15:clr>
            <a:srgbClr val="F26B43"/>
          </p15:clr>
        </p15:guide>
        <p15:guide id="5" orient="horz" pos="3974" userDrawn="1">
          <p15:clr>
            <a:srgbClr val="F26B43"/>
          </p15:clr>
        </p15:guide>
        <p15:guide id="6" orient="horz" pos="663" userDrawn="1">
          <p15:clr>
            <a:srgbClr val="F26B43"/>
          </p15:clr>
        </p15:guide>
        <p15:guide id="7" orient="horz" pos="1003" userDrawn="1">
          <p15:clr>
            <a:srgbClr val="F26B43"/>
          </p15:clr>
        </p15:guide>
        <p15:guide id="8" orient="horz" pos="1321" userDrawn="1">
          <p15:clr>
            <a:srgbClr val="F26B43"/>
          </p15:clr>
        </p15:guide>
        <p15:guide id="9" orient="horz" pos="1661" userDrawn="1">
          <p15:clr>
            <a:srgbClr val="F26B43"/>
          </p15:clr>
        </p15:guide>
        <p15:guide id="10" orient="horz" pos="2001" userDrawn="1">
          <p15:clr>
            <a:srgbClr val="F26B43"/>
          </p15:clr>
        </p15:guide>
        <p15:guide id="11" orient="horz" pos="3339" userDrawn="1">
          <p15:clr>
            <a:srgbClr val="F26B43"/>
          </p15:clr>
        </p15:guide>
        <p15:guide id="12" orient="horz" pos="2319" userDrawn="1">
          <p15:clr>
            <a:srgbClr val="F26B43"/>
          </p15:clr>
        </p15:guide>
        <p15:guide id="13" orient="horz" pos="2999" userDrawn="1">
          <p15:clr>
            <a:srgbClr val="F26B43"/>
          </p15:clr>
        </p15:guide>
        <p15:guide id="14" orient="horz" pos="3657" userDrawn="1">
          <p15:clr>
            <a:srgbClr val="F26B43"/>
          </p15:clr>
        </p15:guide>
        <p15:guide id="15" orient="horz" pos="2659" userDrawn="1">
          <p15:clr>
            <a:srgbClr val="F26B43"/>
          </p15:clr>
        </p15:guide>
        <p15:guide id="16" pos="2094" userDrawn="1">
          <p15:clr>
            <a:srgbClr val="F26B43"/>
          </p15:clr>
        </p15:guide>
        <p15:guide id="17" pos="2978" userDrawn="1">
          <p15:clr>
            <a:srgbClr val="F26B43"/>
          </p15:clr>
        </p15:guide>
        <p15:guide id="18" pos="3840" userDrawn="1">
          <p15:clr>
            <a:srgbClr val="F26B43"/>
          </p15:clr>
        </p15:guide>
        <p15:guide id="19" pos="4725" userDrawn="1">
          <p15:clr>
            <a:srgbClr val="F26B43"/>
          </p15:clr>
        </p15:guide>
        <p15:guide id="20" pos="5586" userDrawn="1">
          <p15:clr>
            <a:srgbClr val="F26B43"/>
          </p15:clr>
        </p15:guide>
        <p15:guide id="21" pos="6471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">
            <a:extLst>
              <a:ext uri="{FF2B5EF4-FFF2-40B4-BE49-F238E27FC236}">
                <a16:creationId xmlns:a16="http://schemas.microsoft.com/office/drawing/2014/main" id="{48266648-C51B-EA45-AE41-AF74B0A4657C}"/>
              </a:ext>
            </a:extLst>
          </p:cNvPr>
          <p:cNvSpPr/>
          <p:nvPr userDrawn="1"/>
        </p:nvSpPr>
        <p:spPr>
          <a:xfrm>
            <a:off x="0" y="5748124"/>
            <a:ext cx="12195175" cy="1109875"/>
          </a:xfrm>
          <a:custGeom>
            <a:avLst/>
            <a:gdLst>
              <a:gd name="connsiteX0" fmla="*/ 0 w 12192000"/>
              <a:gd name="connsiteY0" fmla="*/ 0 h 687600"/>
              <a:gd name="connsiteX1" fmla="*/ 12192000 w 12192000"/>
              <a:gd name="connsiteY1" fmla="*/ 0 h 687600"/>
              <a:gd name="connsiteX2" fmla="*/ 12192000 w 12192000"/>
              <a:gd name="connsiteY2" fmla="*/ 687600 h 687600"/>
              <a:gd name="connsiteX3" fmla="*/ 0 w 12192000"/>
              <a:gd name="connsiteY3" fmla="*/ 687600 h 687600"/>
              <a:gd name="connsiteX4" fmla="*/ 0 w 12192000"/>
              <a:gd name="connsiteY4" fmla="*/ 0 h 687600"/>
              <a:gd name="connsiteX0" fmla="*/ 0 w 12195175"/>
              <a:gd name="connsiteY0" fmla="*/ 422275 h 1109875"/>
              <a:gd name="connsiteX1" fmla="*/ 12195175 w 12195175"/>
              <a:gd name="connsiteY1" fmla="*/ 0 h 1109875"/>
              <a:gd name="connsiteX2" fmla="*/ 12192000 w 12195175"/>
              <a:gd name="connsiteY2" fmla="*/ 1109875 h 1109875"/>
              <a:gd name="connsiteX3" fmla="*/ 0 w 12195175"/>
              <a:gd name="connsiteY3" fmla="*/ 1109875 h 1109875"/>
              <a:gd name="connsiteX4" fmla="*/ 0 w 12195175"/>
              <a:gd name="connsiteY4" fmla="*/ 422275 h 110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5175" h="1109875">
                <a:moveTo>
                  <a:pt x="0" y="422275"/>
                </a:moveTo>
                <a:lnTo>
                  <a:pt x="12195175" y="0"/>
                </a:lnTo>
                <a:cubicBezTo>
                  <a:pt x="12194117" y="369958"/>
                  <a:pt x="12193058" y="739917"/>
                  <a:pt x="12192000" y="1109875"/>
                </a:cubicBezTo>
                <a:lnTo>
                  <a:pt x="0" y="1109875"/>
                </a:lnTo>
                <a:lnTo>
                  <a:pt x="0" y="422275"/>
                </a:lnTo>
                <a:close/>
              </a:path>
            </a:pathLst>
          </a:cu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0A395C2-361B-A14B-9312-A16F3F6780A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14598" y="378000"/>
            <a:ext cx="1004400" cy="76606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427D4F0D-9351-B349-8187-43002862F183}"/>
              </a:ext>
            </a:extLst>
          </p:cNvPr>
          <p:cNvSpPr txBox="1"/>
          <p:nvPr userDrawn="1"/>
        </p:nvSpPr>
        <p:spPr>
          <a:xfrm>
            <a:off x="12292755" y="5612990"/>
            <a:ext cx="31024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Folgeseiten – Platzhalter für </a:t>
            </a:r>
            <a:r>
              <a:rPr lang="de-DE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Sublogo</a:t>
            </a: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 ändern: 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Folienmaster &gt; Nr. 2 bearbeiten &gt; Bild anklicken &gt; Rechtsklick &gt; Bild einfügen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Bild an Rahmen anpassen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anklicken &gt; Bildformat &gt; Zuschneiden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im Dropdown „Einpassen“ wählen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ggf. Bild nochmals neu positionieren 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91FA75A-4E02-534F-A661-8216932850DD}"/>
              </a:ext>
            </a:extLst>
          </p:cNvPr>
          <p:cNvSpPr txBox="1"/>
          <p:nvPr userDrawn="1"/>
        </p:nvSpPr>
        <p:spPr>
          <a:xfrm>
            <a:off x="-2243920" y="6474756"/>
            <a:ext cx="22233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Informationen in Fußzeile ändern: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Folienmaster &gt; Nr. 2 bearbeiten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FF88A13-194B-9248-BDFD-1579E6D3EC48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675EF3AE-78B3-9641-A88A-C3B5FFA9245E}" type="slidenum">
              <a:rPr lang="de-DE" sz="12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6184FE9-ADE0-F94C-90C6-58CFCA50F9A4}"/>
              </a:ext>
            </a:extLst>
          </p:cNvPr>
          <p:cNvSpPr txBox="1"/>
          <p:nvPr userDrawn="1"/>
        </p:nvSpPr>
        <p:spPr>
          <a:xfrm>
            <a:off x="1625600" y="6399924"/>
            <a:ext cx="9296400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Amon Benson | Sensor and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Actuator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Systems | Adapter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Expression Pedals | Milestone Meeting 1 | </a:t>
            </a:r>
            <a:fld id="{8AB8AE3C-4F02-BE49-87A2-4A6516160ED6}" type="datetime4">
              <a:rPr lang="de-DE" sz="12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10. Juni 2026</a:t>
            </a:fld>
            <a:endParaRPr lang="de-DE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247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71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 /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6.jpg" 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 /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7.png" 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 /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3.xml" 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 /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 /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3.xml" /><Relationship Id="rId4" Type="http://schemas.microsoft.com/office/2007/relationships/hdphoto" Target="../media/hdphoto1.wdp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 /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3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 /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3.xml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 /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3.xml" 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 /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3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3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 /><Relationship Id="rId1" Type="http://schemas.openxmlformats.org/officeDocument/2006/relationships/slideLayout" Target="../slideLayouts/slideLayout3.xml" 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alog.com/media/en/technical-documentation/data-sheets/adp7142.pdf" TargetMode="External" /><Relationship Id="rId3" Type="http://schemas.openxmlformats.org/officeDocument/2006/relationships/hyperlink" Target="https://missionengineering.com/understanding-expression-pedals/" TargetMode="External" /><Relationship Id="rId7" Type="http://schemas.openxmlformats.org/officeDocument/2006/relationships/hyperlink" Target="https://www.ti.com/lit/ds/symlink/sn74lvc126a.pdf" TargetMode="External" /><Relationship Id="rId2" Type="http://schemas.openxmlformats.org/officeDocument/2006/relationships/hyperlink" Target="https://www.mikrocontroller.net/articles/AVR-Transistortester" TargetMode="External" /><Relationship Id="rId1" Type="http://schemas.openxmlformats.org/officeDocument/2006/relationships/slideLayout" Target="../slideLayouts/slideLayout3.xml" /><Relationship Id="rId6" Type="http://schemas.openxmlformats.org/officeDocument/2006/relationships/hyperlink" Target="https://pip-assets.raspberrypi.com/categories/1005-raspberry-pi-pico-2/documents/RP-008299-DS-2-pico-2-datasheet.pdf" TargetMode="External" /><Relationship Id="rId5" Type="http://schemas.openxmlformats.org/officeDocument/2006/relationships/hyperlink" Target="https://www.ti.com/product/ADS8688" TargetMode="External" /><Relationship Id="rId4" Type="http://schemas.openxmlformats.org/officeDocument/2006/relationships/hyperlink" Target="https://www.analog.com/media/en/technical-documentation/data-sheets/ad7124-8.pdf" TargetMode="External" 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 /><Relationship Id="rId2" Type="http://schemas.openxmlformats.org/officeDocument/2006/relationships/notesSlide" Target="../notesSlides/notesSlide12.xml" /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8F709F46-8902-044F-BC8E-D41E7551AAC9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t="14807" b="14807"/>
          <a:stretch/>
        </p:blipFill>
        <p:spPr>
          <a:xfrm>
            <a:off x="-6479" y="1260572"/>
            <a:ext cx="8885359" cy="3273604"/>
          </a:xfr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566C600-4B84-5842-B3E8-43C0EE42DEAE}"/>
              </a:ext>
            </a:extLst>
          </p:cNvPr>
          <p:cNvSpPr txBox="1"/>
          <p:nvPr/>
        </p:nvSpPr>
        <p:spPr>
          <a:xfrm>
            <a:off x="550801" y="4973943"/>
            <a:ext cx="8328079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600"/>
              </a:lnSpc>
            </a:pPr>
            <a:r>
              <a:rPr lang="de-DE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Adapter </a:t>
            </a:r>
            <a:r>
              <a:rPr lang="de-DE" sz="3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Expression Pedals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DD8A406-EC2B-3942-821D-690FFD0DA113}"/>
              </a:ext>
            </a:extLst>
          </p:cNvPr>
          <p:cNvSpPr txBox="1"/>
          <p:nvPr/>
        </p:nvSpPr>
        <p:spPr>
          <a:xfrm>
            <a:off x="550801" y="6085778"/>
            <a:ext cx="11202584" cy="2834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Amon Benson | Sensor and </a:t>
            </a:r>
            <a:r>
              <a:rPr lang="de-DE" sz="1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Actuator</a:t>
            </a:r>
            <a:r>
              <a:rPr lang="de-DE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Systems | </a:t>
            </a:r>
            <a:r>
              <a:rPr lang="de-D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Milestone Meeting 1 </a:t>
            </a:r>
            <a:r>
              <a:rPr lang="de-DE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 </a:t>
            </a:r>
            <a:fld id="{0F6880AF-F197-8546-A084-1C3550DC2BAA}" type="datetime4">
              <a:rPr lang="de-DE" sz="18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10. Juni 2026</a:t>
            </a:fld>
            <a:endParaRPr lang="de-DE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470C4A-9328-5446-1268-117BA8A463ED}"/>
              </a:ext>
            </a:extLst>
          </p:cNvPr>
          <p:cNvSpPr txBox="1"/>
          <p:nvPr/>
        </p:nvSpPr>
        <p:spPr>
          <a:xfrm>
            <a:off x="550801" y="4523554"/>
            <a:ext cx="53127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https://</a:t>
            </a:r>
            <a:r>
              <a:rPr lang="en-US" sz="1200" dirty="0" err="1">
                <a:solidFill>
                  <a:schemeClr val="bg1"/>
                </a:solidFill>
              </a:rPr>
              <a:t>media.sweetwater.com</a:t>
            </a:r>
            <a:r>
              <a:rPr lang="en-US" sz="1200" dirty="0">
                <a:solidFill>
                  <a:schemeClr val="bg1"/>
                </a:solidFill>
              </a:rPr>
              <a:t>/m/</a:t>
            </a:r>
            <a:r>
              <a:rPr lang="en-US" sz="1200" dirty="0" err="1">
                <a:solidFill>
                  <a:schemeClr val="bg1"/>
                </a:solidFill>
              </a:rPr>
              <a:t>insync</a:t>
            </a:r>
            <a:r>
              <a:rPr lang="en-US" sz="1200" dirty="0">
                <a:solidFill>
                  <a:schemeClr val="bg1"/>
                </a:solidFill>
              </a:rPr>
              <a:t>/2018/08/</a:t>
            </a:r>
            <a:r>
              <a:rPr lang="en-US" sz="1200" dirty="0" err="1">
                <a:solidFill>
                  <a:schemeClr val="bg1"/>
                </a:solidFill>
              </a:rPr>
              <a:t>keyboardexpression.jpg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8842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4DB007-5529-5F2D-2A56-E82EF0F9D8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pic>
        <p:nvPicPr>
          <p:cNvPr id="11" name="Picture 10" descr="A person standing on a guitar pedal&#10;&#10;AI-generated content may be incorrect.">
            <a:extLst>
              <a:ext uri="{FF2B5EF4-FFF2-40B4-BE49-F238E27FC236}">
                <a16:creationId xmlns:a16="http://schemas.microsoft.com/office/drawing/2014/main" id="{087127A3-3C75-0250-70C5-897E7FDC1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867" y="1371599"/>
            <a:ext cx="5878593" cy="39276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4AC947-9704-3FB8-154B-EB10BD9515FB}"/>
              </a:ext>
            </a:extLst>
          </p:cNvPr>
          <p:cNvSpPr txBox="1"/>
          <p:nvPr/>
        </p:nvSpPr>
        <p:spPr>
          <a:xfrm>
            <a:off x="555867" y="5344696"/>
            <a:ext cx="58785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https://</a:t>
            </a:r>
            <a:r>
              <a:rPr lang="en-US" sz="1200" dirty="0" err="1">
                <a:solidFill>
                  <a:schemeClr val="bg2">
                    <a:lumMod val="10000"/>
                  </a:schemeClr>
                </a:solidFill>
              </a:rPr>
              <a:t>media.sweetwater.com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/m/</a:t>
            </a:r>
            <a:r>
              <a:rPr lang="en-US" sz="1200" dirty="0" err="1">
                <a:solidFill>
                  <a:schemeClr val="bg2">
                    <a:lumMod val="10000"/>
                  </a:schemeClr>
                </a:solidFill>
              </a:rPr>
              <a:t>insync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/2018/08/</a:t>
            </a:r>
            <a:r>
              <a:rPr lang="en-US" sz="1200" dirty="0" err="1">
                <a:solidFill>
                  <a:schemeClr val="bg2">
                    <a:lumMod val="10000"/>
                  </a:schemeClr>
                </a:solidFill>
              </a:rPr>
              <a:t>keyboardexpression.jpg</a:t>
            </a:r>
            <a:endParaRPr lang="en-US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14" name="Picture 13" descr="A pedal for a guitar&#10;&#10;AI-generated content may be incorrect.">
            <a:extLst>
              <a:ext uri="{FF2B5EF4-FFF2-40B4-BE49-F238E27FC236}">
                <a16:creationId xmlns:a16="http://schemas.microsoft.com/office/drawing/2014/main" id="{6CD163AF-3B39-2DF0-5290-AC100C277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9468" y="1208221"/>
            <a:ext cx="4321141" cy="43211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C1304CB-8E9B-B61F-4A63-92D88AE9A63E}"/>
              </a:ext>
            </a:extLst>
          </p:cNvPr>
          <p:cNvSpPr txBox="1"/>
          <p:nvPr/>
        </p:nvSpPr>
        <p:spPr>
          <a:xfrm>
            <a:off x="5607965" y="5344696"/>
            <a:ext cx="651962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https://</a:t>
            </a:r>
            <a:r>
              <a:rPr lang="en-US" sz="1200" dirty="0" err="1">
                <a:solidFill>
                  <a:schemeClr val="bg2">
                    <a:lumMod val="10000"/>
                  </a:schemeClr>
                </a:solidFill>
              </a:rPr>
              <a:t>thumbs.static-thomann.de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/thumb/padthumb600x600/pics/</a:t>
            </a:r>
            <a:r>
              <a:rPr lang="en-US" sz="1200" dirty="0" err="1">
                <a:solidFill>
                  <a:schemeClr val="bg2">
                    <a:lumMod val="10000"/>
                  </a:schemeClr>
                </a:solidFill>
              </a:rPr>
              <a:t>bdb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/_19/195660/7223134_800.jpg</a:t>
            </a:r>
          </a:p>
        </p:txBody>
      </p:sp>
    </p:spTree>
    <p:extLst>
      <p:ext uri="{BB962C8B-B14F-4D97-AF65-F5344CB8AC3E}">
        <p14:creationId xmlns:p14="http://schemas.microsoft.com/office/powerpoint/2010/main" val="2026090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22CD1-98AD-6F09-2CEC-F20FF092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F291FB-9F4E-E242-CE99-6AFC1BF39D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pic>
        <p:nvPicPr>
          <p:cNvPr id="14" name="Picture 13" descr="A pedal for a guitar&#10;&#10;AI-generated content may be incorrect.">
            <a:extLst>
              <a:ext uri="{FF2B5EF4-FFF2-40B4-BE49-F238E27FC236}">
                <a16:creationId xmlns:a16="http://schemas.microsoft.com/office/drawing/2014/main" id="{D145CF72-E8B8-0753-029D-640CE2D2A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5867" y="1472700"/>
            <a:ext cx="3460276" cy="34602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F3B6D25-FADF-8C17-C34D-01008E9BAF09}"/>
              </a:ext>
            </a:extLst>
          </p:cNvPr>
          <p:cNvSpPr txBox="1"/>
          <p:nvPr/>
        </p:nvSpPr>
        <p:spPr>
          <a:xfrm>
            <a:off x="555867" y="5291695"/>
            <a:ext cx="651962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https://</a:t>
            </a:r>
            <a:r>
              <a:rPr lang="en-US" sz="1200" dirty="0" err="1">
                <a:solidFill>
                  <a:schemeClr val="bg2">
                    <a:lumMod val="10000"/>
                  </a:schemeClr>
                </a:solidFill>
              </a:rPr>
              <a:t>thumbs.static-thomann.de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/thumb/padthumb600x600/pics/</a:t>
            </a:r>
            <a:r>
              <a:rPr lang="en-US" sz="1200" dirty="0" err="1">
                <a:solidFill>
                  <a:schemeClr val="bg2">
                    <a:lumMod val="10000"/>
                  </a:schemeClr>
                </a:solidFill>
              </a:rPr>
              <a:t>bdb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</a:rPr>
              <a:t>/_19/195660/7223134_800.jpg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9FF4D2-6450-05FF-0D82-4BF8792CEA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0471" y="1692713"/>
            <a:ext cx="6403990" cy="2835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286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A9B18-6DD8-4F81-7D9C-4E5CD3D89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D94683-346A-37B7-3BE8-B88B59216A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Detection Process</a:t>
            </a:r>
          </a:p>
        </p:txBody>
      </p:sp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CC396F07-F678-F928-F8C9-C1EED0E2FD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" r="-390"/>
          <a:stretch>
            <a:fillRect/>
          </a:stretch>
        </p:blipFill>
        <p:spPr>
          <a:xfrm>
            <a:off x="3488788" y="1058017"/>
            <a:ext cx="5697416" cy="4741965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229A78BF-2B3D-303B-D14A-1E6819758BDB}"/>
              </a:ext>
            </a:extLst>
          </p:cNvPr>
          <p:cNvSpPr/>
          <p:nvPr/>
        </p:nvSpPr>
        <p:spPr>
          <a:xfrm>
            <a:off x="6471138" y="1058017"/>
            <a:ext cx="2715066" cy="474196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323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33012-3610-4540-E7DA-D2F84B597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8F62F5-B664-CED3-FE7F-FAD0150F7B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Detection Process</a:t>
            </a:r>
          </a:p>
        </p:txBody>
      </p:sp>
      <p:pic>
        <p:nvPicPr>
          <p:cNvPr id="18" name="Picture 17" descr="A diagram of electrical wiring&#10;&#10;AI-generated content may be incorrect.">
            <a:extLst>
              <a:ext uri="{FF2B5EF4-FFF2-40B4-BE49-F238E27FC236}">
                <a16:creationId xmlns:a16="http://schemas.microsoft.com/office/drawing/2014/main" id="{8C5B2813-7E4B-911E-E8F0-0DF6EFF83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33" y="638989"/>
            <a:ext cx="5567333" cy="515023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138688-ACD6-A9EC-4AA2-BA77A21142A2}"/>
              </a:ext>
            </a:extLst>
          </p:cNvPr>
          <p:cNvSpPr txBox="1"/>
          <p:nvPr/>
        </p:nvSpPr>
        <p:spPr>
          <a:xfrm>
            <a:off x="7638756" y="638989"/>
            <a:ext cx="112541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10000"/>
                  </a:schemeClr>
                </a:solidFill>
              </a:rPr>
              <a:t>+</a:t>
            </a:r>
            <a:r>
              <a:rPr lang="de-DE" sz="2800" dirty="0">
                <a:solidFill>
                  <a:schemeClr val="bg2">
                    <a:lumMod val="10000"/>
                  </a:schemeClr>
                </a:solidFill>
              </a:rPr>
              <a:t>3.3</a:t>
            </a:r>
            <a:r>
              <a:rPr lang="en-US" sz="2800" dirty="0">
                <a:solidFill>
                  <a:schemeClr val="bg2">
                    <a:lumMod val="10000"/>
                  </a:schemeClr>
                </a:solidFill>
              </a:rPr>
              <a:t>V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3D5FC2-4116-1C94-C0CD-F53CBF1B45CA}"/>
              </a:ext>
            </a:extLst>
          </p:cNvPr>
          <p:cNvSpPr txBox="1"/>
          <p:nvPr/>
        </p:nvSpPr>
        <p:spPr>
          <a:xfrm>
            <a:off x="7638756" y="5266005"/>
            <a:ext cx="112541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10000"/>
                  </a:schemeClr>
                </a:solidFill>
              </a:rPr>
              <a:t>GND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020C3-EBC6-2172-DB34-B04E9D82184A}"/>
              </a:ext>
            </a:extLst>
          </p:cNvPr>
          <p:cNvSpPr txBox="1"/>
          <p:nvPr/>
        </p:nvSpPr>
        <p:spPr>
          <a:xfrm>
            <a:off x="2943591" y="2293034"/>
            <a:ext cx="6812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Tap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7648B9-08C1-D9F4-71CB-78ED1AC0A028}"/>
              </a:ext>
            </a:extLst>
          </p:cNvPr>
          <p:cNvSpPr txBox="1"/>
          <p:nvPr/>
        </p:nvSpPr>
        <p:spPr>
          <a:xfrm>
            <a:off x="2943591" y="3057577"/>
            <a:ext cx="6812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Tap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03AAD3-528E-03C5-CFE3-DEC603C4D885}"/>
              </a:ext>
            </a:extLst>
          </p:cNvPr>
          <p:cNvSpPr txBox="1"/>
          <p:nvPr/>
        </p:nvSpPr>
        <p:spPr>
          <a:xfrm>
            <a:off x="2943591" y="3822120"/>
            <a:ext cx="6812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Tap 3</a:t>
            </a:r>
          </a:p>
        </p:txBody>
      </p:sp>
    </p:spTree>
    <p:extLst>
      <p:ext uri="{BB962C8B-B14F-4D97-AF65-F5344CB8AC3E}">
        <p14:creationId xmlns:p14="http://schemas.microsoft.com/office/powerpoint/2010/main" val="70518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A1CA-ADD7-65BD-4BFA-4D1AF02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ircuit board&#10;&#10;AI-generated content may be incorrect.">
            <a:extLst>
              <a:ext uri="{FF2B5EF4-FFF2-40B4-BE49-F238E27FC236}">
                <a16:creationId xmlns:a16="http://schemas.microsoft.com/office/drawing/2014/main" id="{B2D678B7-DFF4-FB51-68B4-13FB2B76BE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192" b="96707" l="773" r="99455">
                        <a14:foregroundMark x1="1773" y1="5589" x2="69818" y2="65070"/>
                        <a14:foregroundMark x1="69818" y1="65070" x2="69864" y2="65170"/>
                        <a14:foregroundMark x1="5136" y1="88124" x2="11818" y2="90419"/>
                        <a14:foregroundMark x1="11818" y1="90419" x2="15591" y2="84531"/>
                        <a14:foregroundMark x1="15591" y1="84531" x2="15545" y2="71557"/>
                        <a14:foregroundMark x1="15545" y1="71557" x2="9227" y2="58683"/>
                        <a14:foregroundMark x1="9227" y1="58683" x2="5091" y2="63573"/>
                        <a14:foregroundMark x1="5091" y1="63573" x2="4409" y2="77146"/>
                        <a14:foregroundMark x1="4409" y1="77146" x2="9682" y2="77545"/>
                        <a14:foregroundMark x1="9682" y1="77545" x2="9864" y2="62475"/>
                        <a14:foregroundMark x1="9864" y1="62475" x2="5364" y2="55389"/>
                        <a14:foregroundMark x1="5364" y1="55389" x2="3364" y2="68463"/>
                        <a14:foregroundMark x1="3364" y1="68463" x2="4727" y2="78144"/>
                        <a14:foregroundMark x1="4727" y1="78144" x2="7545" y2="60379"/>
                        <a14:foregroundMark x1="7545" y1="60379" x2="5045" y2="72754"/>
                        <a14:foregroundMark x1="5045" y1="72754" x2="12045" y2="80140"/>
                        <a14:foregroundMark x1="12045" y1="80140" x2="16318" y2="72156"/>
                        <a14:foregroundMark x1="16318" y1="72156" x2="13818" y2="83932"/>
                        <a14:foregroundMark x1="13818" y1="83932" x2="17773" y2="71756"/>
                        <a14:foregroundMark x1="17773" y1="71756" x2="22091" y2="75449"/>
                        <a14:foregroundMark x1="4500" y1="65768" x2="2273" y2="86427"/>
                        <a14:foregroundMark x1="2273" y1="86427" x2="2455" y2="86427"/>
                        <a14:foregroundMark x1="13955" y1="90719" x2="8500" y2="96707"/>
                        <a14:foregroundMark x1="8500" y1="96707" x2="14500" y2="95908"/>
                        <a14:foregroundMark x1="14500" y1="95908" x2="10273" y2="91617"/>
                        <a14:foregroundMark x1="10273" y1="91617" x2="18682" y2="92016"/>
                        <a14:foregroundMark x1="18682" y1="92016" x2="22682" y2="84032"/>
                        <a14:foregroundMark x1="22682" y1="84032" x2="16864" y2="83134"/>
                        <a14:foregroundMark x1="16864" y1="83134" x2="11909" y2="92216"/>
                        <a14:foregroundMark x1="11909" y1="92216" x2="19500" y2="84431"/>
                        <a14:foregroundMark x1="19500" y1="84431" x2="19364" y2="81337"/>
                        <a14:foregroundMark x1="46864" y1="94411" x2="40455" y2="92415"/>
                        <a14:foregroundMark x1="40455" y1="92415" x2="39091" y2="80539"/>
                        <a14:foregroundMark x1="39091" y1="80539" x2="41591" y2="89521"/>
                        <a14:foregroundMark x1="41591" y1="89521" x2="38409" y2="62874"/>
                        <a14:foregroundMark x1="38409" y1="62874" x2="40182" y2="87625"/>
                        <a14:foregroundMark x1="40182" y1="87625" x2="36409" y2="64770"/>
                        <a14:foregroundMark x1="36409" y1="64770" x2="39364" y2="88423"/>
                        <a14:foregroundMark x1="39364" y1="88423" x2="39364" y2="88423"/>
                        <a14:foregroundMark x1="28773" y1="62874" x2="24636" y2="72954"/>
                        <a14:foregroundMark x1="24636" y1="72954" x2="28545" y2="58283"/>
                        <a14:foregroundMark x1="28545" y1="58283" x2="26455" y2="48303"/>
                        <a14:foregroundMark x1="26455" y1="48303" x2="18773" y2="71357"/>
                        <a14:foregroundMark x1="18773" y1="71357" x2="16455" y2="96707"/>
                        <a14:foregroundMark x1="16455" y1="96707" x2="21091" y2="81737"/>
                        <a14:foregroundMark x1="21091" y1="81737" x2="21318" y2="70160"/>
                        <a14:foregroundMark x1="21318" y1="70160" x2="18864" y2="88922"/>
                        <a14:foregroundMark x1="18864" y1="88922" x2="23773" y2="69361"/>
                        <a14:foregroundMark x1="23773" y1="69361" x2="29864" y2="58383"/>
                        <a14:foregroundMark x1="29864" y1="58383" x2="26864" y2="80838"/>
                        <a14:foregroundMark x1="14818" y1="56687" x2="14545" y2="28842"/>
                        <a14:foregroundMark x1="14545" y1="28842" x2="818" y2="73653"/>
                        <a14:foregroundMark x1="818" y1="73653" x2="8727" y2="31038"/>
                        <a14:foregroundMark x1="8727" y1="31038" x2="3455" y2="53992"/>
                        <a14:foregroundMark x1="3455" y1="53992" x2="7818" y2="28244"/>
                        <a14:foregroundMark x1="7818" y1="28244" x2="3636" y2="34830"/>
                        <a14:foregroundMark x1="3636" y1="34830" x2="15955" y2="18463"/>
                        <a14:foregroundMark x1="15955" y1="18463" x2="12045" y2="52994"/>
                        <a14:foregroundMark x1="12045" y1="52994" x2="18682" y2="42914"/>
                        <a14:foregroundMark x1="18682" y1="42914" x2="19091" y2="52695"/>
                        <a14:foregroundMark x1="17682" y1="34531" x2="16045" y2="22156"/>
                        <a14:foregroundMark x1="16045" y1="22156" x2="18000" y2="11776"/>
                        <a14:foregroundMark x1="18000" y1="11776" x2="42455" y2="8483"/>
                        <a14:foregroundMark x1="42455" y1="8483" x2="59409" y2="12176"/>
                        <a14:foregroundMark x1="59409" y1="12176" x2="65818" y2="9581"/>
                        <a14:foregroundMark x1="65818" y1="9581" x2="57591" y2="898"/>
                        <a14:foregroundMark x1="57591" y1="898" x2="37182" y2="15569"/>
                        <a14:foregroundMark x1="37182" y1="15569" x2="34591" y2="31437"/>
                        <a14:foregroundMark x1="34591" y1="31437" x2="39136" y2="33832"/>
                        <a14:foregroundMark x1="39136" y1="33832" x2="44045" y2="23553"/>
                        <a14:foregroundMark x1="44045" y1="23553" x2="43318" y2="2295"/>
                        <a14:foregroundMark x1="43318" y1="2295" x2="35909" y2="2894"/>
                        <a14:foregroundMark x1="35909" y1="2894" x2="28500" y2="11277"/>
                        <a14:foregroundMark x1="28500" y1="11277" x2="33091" y2="17465"/>
                        <a14:foregroundMark x1="33091" y1="17465" x2="18864" y2="1697"/>
                        <a14:foregroundMark x1="18864" y1="1697" x2="10273" y2="2794"/>
                        <a14:foregroundMark x1="10273" y1="2794" x2="29227" y2="6088"/>
                        <a14:foregroundMark x1="29227" y1="6088" x2="56091" y2="4192"/>
                        <a14:foregroundMark x1="56091" y1="4192" x2="70000" y2="5689"/>
                        <a14:foregroundMark x1="70000" y1="5689" x2="74227" y2="11876"/>
                        <a14:foregroundMark x1="74227" y1="11876" x2="78182" y2="23054"/>
                        <a14:foregroundMark x1="78182" y1="23054" x2="78091" y2="8683"/>
                        <a14:foregroundMark x1="78091" y1="8683" x2="65909" y2="11776"/>
                        <a14:foregroundMark x1="65909" y1="11776" x2="61500" y2="32735"/>
                        <a14:foregroundMark x1="61500" y1="32735" x2="67182" y2="41916"/>
                        <a14:foregroundMark x1="67182" y1="41916" x2="74545" y2="33832"/>
                        <a14:foregroundMark x1="74545" y1="33832" x2="75455" y2="30838"/>
                        <a14:foregroundMark x1="93136" y1="44810" x2="87909" y2="40818"/>
                        <a14:foregroundMark x1="87909" y1="40818" x2="82273" y2="54391"/>
                        <a14:foregroundMark x1="82273" y1="54391" x2="80409" y2="69561"/>
                        <a14:foregroundMark x1="80409" y1="69561" x2="88000" y2="81836"/>
                        <a14:foregroundMark x1="88000" y1="81836" x2="96727" y2="75349"/>
                        <a14:foregroundMark x1="96727" y1="75349" x2="98409" y2="60679"/>
                        <a14:foregroundMark x1="98409" y1="60679" x2="91136" y2="35729"/>
                        <a14:foregroundMark x1="91136" y1="35729" x2="84909" y2="62475"/>
                        <a14:foregroundMark x1="84909" y1="62475" x2="87136" y2="81238"/>
                        <a14:foregroundMark x1="87136" y1="81238" x2="93500" y2="75150"/>
                        <a14:foregroundMark x1="93500" y1="75150" x2="95455" y2="61577"/>
                        <a14:foregroundMark x1="95455" y1="61577" x2="94136" y2="42415"/>
                        <a14:foregroundMark x1="94136" y1="42415" x2="89591" y2="34631"/>
                        <a14:foregroundMark x1="89591" y1="34631" x2="83636" y2="45908"/>
                        <a14:foregroundMark x1="83636" y1="45908" x2="80682" y2="61776"/>
                        <a14:foregroundMark x1="80682" y1="61776" x2="85591" y2="61776"/>
                        <a14:foregroundMark x1="85591" y1="61776" x2="85773" y2="28443"/>
                        <a14:foregroundMark x1="85773" y1="28443" x2="80864" y2="11776"/>
                        <a14:foregroundMark x1="80864" y1="11776" x2="79136" y2="26846"/>
                        <a14:foregroundMark x1="79136" y1="26846" x2="87818" y2="38024"/>
                        <a14:foregroundMark x1="87818" y1="38024" x2="93091" y2="26148"/>
                        <a14:foregroundMark x1="93091" y1="26148" x2="92818" y2="12774"/>
                        <a14:foregroundMark x1="92818" y1="12774" x2="88909" y2="5988"/>
                        <a14:foregroundMark x1="88909" y1="5988" x2="83318" y2="7485"/>
                        <a14:foregroundMark x1="83318" y1="7485" x2="78500" y2="18263"/>
                        <a14:foregroundMark x1="78500" y1="18263" x2="81773" y2="31936"/>
                        <a14:foregroundMark x1="81773" y1="31936" x2="88500" y2="26946"/>
                        <a14:foregroundMark x1="88500" y1="26946" x2="89818" y2="7984"/>
                        <a14:foregroundMark x1="89818" y1="7984" x2="81909" y2="2196"/>
                        <a14:foregroundMark x1="81909" y1="2196" x2="80182" y2="13074"/>
                        <a14:foregroundMark x1="80182" y1="13074" x2="88500" y2="19760"/>
                        <a14:foregroundMark x1="88500" y1="19760" x2="91455" y2="12475"/>
                        <a14:foregroundMark x1="91455" y1="12475" x2="86182" y2="6786"/>
                        <a14:foregroundMark x1="86182" y1="6786" x2="82000" y2="10479"/>
                        <a14:foregroundMark x1="84591" y1="14371" x2="83682" y2="36028"/>
                        <a14:foregroundMark x1="83682" y1="36028" x2="80591" y2="49501"/>
                        <a14:foregroundMark x1="80591" y1="49501" x2="75409" y2="55988"/>
                        <a14:foregroundMark x1="75409" y1="55988" x2="20045" y2="39621"/>
                        <a14:foregroundMark x1="20045" y1="39621" x2="58409" y2="44411"/>
                        <a14:foregroundMark x1="58409" y1="44411" x2="53091" y2="39122"/>
                        <a14:foregroundMark x1="53091" y1="39122" x2="45364" y2="43613"/>
                        <a14:foregroundMark x1="45364" y1="43613" x2="48727" y2="56487"/>
                        <a14:foregroundMark x1="48727" y1="56487" x2="55091" y2="62974"/>
                        <a14:foregroundMark x1="55091" y1="62974" x2="45591" y2="59780"/>
                        <a14:foregroundMark x1="45591" y1="59780" x2="46773" y2="69860"/>
                        <a14:foregroundMark x1="46773" y1="69860" x2="50591" y2="63074"/>
                        <a14:foregroundMark x1="50591" y1="63074" x2="40318" y2="56587"/>
                        <a14:foregroundMark x1="40318" y1="56587" x2="43773" y2="68663"/>
                        <a14:foregroundMark x1="43773" y1="68663" x2="45136" y2="57285"/>
                        <a14:foregroundMark x1="45136" y1="57285" x2="38909" y2="52894"/>
                        <a14:foregroundMark x1="38909" y1="52894" x2="41455" y2="66866"/>
                        <a14:foregroundMark x1="41455" y1="66866" x2="48636" y2="58782"/>
                        <a14:foregroundMark x1="48636" y1="58782" x2="49727" y2="56088"/>
                        <a14:foregroundMark x1="90818" y1="49002" x2="94000" y2="18263"/>
                        <a14:foregroundMark x1="94000" y1="18263" x2="93273" y2="49800"/>
                        <a14:foregroundMark x1="93273" y1="49800" x2="98545" y2="7186"/>
                        <a14:foregroundMark x1="98545" y1="7186" x2="96318" y2="35329"/>
                        <a14:foregroundMark x1="96318" y1="35329" x2="99136" y2="7685"/>
                        <a14:foregroundMark x1="99136" y1="7685" x2="98409" y2="38124"/>
                        <a14:foregroundMark x1="98409" y1="38124" x2="98864" y2="20459"/>
                        <a14:foregroundMark x1="98864" y1="20459" x2="98409" y2="58683"/>
                        <a14:foregroundMark x1="95455" y1="49900" x2="89091" y2="67764"/>
                        <a14:foregroundMark x1="89091" y1="67764" x2="84864" y2="74052"/>
                        <a14:foregroundMark x1="84864" y1="74052" x2="82591" y2="83333"/>
                        <a14:foregroundMark x1="82591" y1="83333" x2="85091" y2="74850"/>
                        <a14:foregroundMark x1="85091" y1="74850" x2="84364" y2="78543"/>
                        <a14:foregroundMark x1="93136" y1="8483" x2="99455" y2="7285"/>
                        <a14:foregroundMark x1="98818" y1="8483" x2="96227" y2="6487"/>
                        <a14:foregroundMark x1="85136" y1="81637" x2="82818" y2="81936"/>
                        <a14:foregroundMark x1="40818" y1="73154" x2="55364" y2="73653"/>
                        <a14:foregroundMark x1="55364" y1="73653" x2="62864" y2="73453"/>
                        <a14:foregroundMark x1="62864" y1="73453" x2="81045" y2="73653"/>
                        <a14:foregroundMark x1="81045" y1="73653" x2="83182" y2="72854"/>
                        <a14:backgroundMark x1="75182" y1="99501" x2="86227" y2="99701"/>
                        <a14:backgroundMark x1="86227" y1="99701" x2="94182" y2="98503"/>
                        <a14:backgroundMark x1="94182" y1="98503" x2="89909" y2="93014"/>
                        <a14:backgroundMark x1="89909" y1="93014" x2="88091" y2="99800"/>
                        <a14:backgroundMark x1="97000" y1="95010" x2="92727" y2="98902"/>
                        <a14:backgroundMark x1="92727" y1="98902" x2="98818" y2="85329"/>
                        <a14:backgroundMark x1="98818" y1="85329" x2="93136" y2="88723"/>
                        <a14:backgroundMark x1="93136" y1="88723" x2="95455" y2="95309"/>
                        <a14:backgroundMark x1="91182" y1="88124" x2="99727" y2="75948"/>
                        <a14:backgroundMark x1="98182" y1="3892" x2="88682" y2="2295"/>
                        <a14:backgroundMark x1="88682" y1="2295" x2="85364" y2="200"/>
                        <a14:backgroundMark x1="80091" y1="93014" x2="60364" y2="93313"/>
                        <a14:backgroundMark x1="60364" y1="93313" x2="51909" y2="998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86302" y="1113982"/>
            <a:ext cx="10619395" cy="4836652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12CCB-0FD7-33C5-A5F1-40770E5E90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Circuit Design – Analog Frontend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4BA026-5C46-347C-975E-C4DD34A6935B}"/>
              </a:ext>
            </a:extLst>
          </p:cNvPr>
          <p:cNvSpPr txBox="1"/>
          <p:nvPr/>
        </p:nvSpPr>
        <p:spPr>
          <a:xfrm>
            <a:off x="786302" y="1303616"/>
            <a:ext cx="681212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Tap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27F137-F093-C0EB-D284-D98C81ED9843}"/>
              </a:ext>
            </a:extLst>
          </p:cNvPr>
          <p:cNvSpPr txBox="1"/>
          <p:nvPr/>
        </p:nvSpPr>
        <p:spPr>
          <a:xfrm>
            <a:off x="786302" y="1794772"/>
            <a:ext cx="681212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Tap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97B0EE-82CF-67F5-7098-A4965F0A7742}"/>
              </a:ext>
            </a:extLst>
          </p:cNvPr>
          <p:cNvSpPr txBox="1"/>
          <p:nvPr/>
        </p:nvSpPr>
        <p:spPr>
          <a:xfrm>
            <a:off x="786302" y="2285928"/>
            <a:ext cx="681212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Tap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21CAE9-BDED-E36E-2278-424BA78B078F}"/>
              </a:ext>
            </a:extLst>
          </p:cNvPr>
          <p:cNvSpPr txBox="1"/>
          <p:nvPr/>
        </p:nvSpPr>
        <p:spPr>
          <a:xfrm>
            <a:off x="555867" y="2751826"/>
            <a:ext cx="91612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(unused)</a:t>
            </a:r>
          </a:p>
        </p:txBody>
      </p:sp>
    </p:spTree>
    <p:extLst>
      <p:ext uri="{BB962C8B-B14F-4D97-AF65-F5344CB8AC3E}">
        <p14:creationId xmlns:p14="http://schemas.microsoft.com/office/powerpoint/2010/main" val="3283253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EAE85-0D67-E367-89A1-306CF0DF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yellow rectangular with many lines and arrows&#10;&#10;AI-generated content may be incorrect.">
            <a:extLst>
              <a:ext uri="{FF2B5EF4-FFF2-40B4-BE49-F238E27FC236}">
                <a16:creationId xmlns:a16="http://schemas.microsoft.com/office/drawing/2014/main" id="{8CD8360D-6351-FF0C-7D11-C7B74ACC7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011" y="703150"/>
            <a:ext cx="7425885" cy="500815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007A52-2A51-5F03-27EE-97FFCB1F3F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Circuit Design – ADC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644EC-D2BE-E96F-88BF-973BD09453FF}"/>
              </a:ext>
            </a:extLst>
          </p:cNvPr>
          <p:cNvSpPr txBox="1"/>
          <p:nvPr/>
        </p:nvSpPr>
        <p:spPr>
          <a:xfrm>
            <a:off x="2166424" y="2478661"/>
            <a:ext cx="745587" cy="127727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ADC 1.1</a:t>
            </a:r>
            <a:br>
              <a:rPr lang="en-US" sz="1100" dirty="0"/>
            </a:br>
            <a:r>
              <a:rPr lang="en-US" sz="1100" dirty="0"/>
              <a:t>ADC 1.2</a:t>
            </a:r>
            <a:br>
              <a:rPr lang="en-US" sz="1100" dirty="0"/>
            </a:br>
            <a:r>
              <a:rPr lang="en-US" sz="1100" dirty="0"/>
              <a:t>ADC 1.3</a:t>
            </a:r>
          </a:p>
          <a:p>
            <a:pPr algn="r"/>
            <a:r>
              <a:rPr lang="en-US" sz="1100" dirty="0"/>
              <a:t>ADC 1.4</a:t>
            </a:r>
          </a:p>
          <a:p>
            <a:pPr algn="r"/>
            <a:r>
              <a:rPr lang="en-US" sz="1100" dirty="0"/>
              <a:t>ADC 2.1</a:t>
            </a:r>
          </a:p>
          <a:p>
            <a:pPr algn="r"/>
            <a:r>
              <a:rPr lang="en-US" sz="1100" dirty="0"/>
              <a:t>ADC 2.2</a:t>
            </a:r>
          </a:p>
          <a:p>
            <a:pPr algn="r"/>
            <a:r>
              <a:rPr lang="en-US" sz="11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9151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0B9F9-D2F4-B0A8-C307-52167E3AF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ircuit board with many numbers and symbols&#10;&#10;AI-generated content may be incorrect.">
            <a:extLst>
              <a:ext uri="{FF2B5EF4-FFF2-40B4-BE49-F238E27FC236}">
                <a16:creationId xmlns:a16="http://schemas.microsoft.com/office/drawing/2014/main" id="{4007FD0A-2CF6-7CD7-8D27-A202F385D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612" y="284002"/>
            <a:ext cx="4242776" cy="5570798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D34E51-61A6-C6DC-E05A-846421F9A0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Circuit Design – Microcontroller</a:t>
            </a:r>
          </a:p>
        </p:txBody>
      </p:sp>
    </p:spTree>
    <p:extLst>
      <p:ext uri="{BB962C8B-B14F-4D97-AF65-F5344CB8AC3E}">
        <p14:creationId xmlns:p14="http://schemas.microsoft.com/office/powerpoint/2010/main" val="141412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73C75-F9A1-6578-A3BF-69D3BA346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505F05-585E-2D58-2B64-16B8A1FE65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Circuit Design – Power Supply</a:t>
            </a:r>
          </a:p>
        </p:txBody>
      </p:sp>
      <p:pic>
        <p:nvPicPr>
          <p:cNvPr id="7" name="Picture 6" descr="A diagram of a circuit&#10;&#10;AI-generated content may be incorrect.">
            <a:extLst>
              <a:ext uri="{FF2B5EF4-FFF2-40B4-BE49-F238E27FC236}">
                <a16:creationId xmlns:a16="http://schemas.microsoft.com/office/drawing/2014/main" id="{3B8A7A33-8653-486C-08BF-613E57A7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900" b="32032"/>
          <a:stretch>
            <a:fillRect/>
          </a:stretch>
        </p:blipFill>
        <p:spPr>
          <a:xfrm>
            <a:off x="898181" y="1311787"/>
            <a:ext cx="5197819" cy="4611412"/>
          </a:xfrm>
          <a:prstGeom prst="rect">
            <a:avLst/>
          </a:prstGeom>
        </p:spPr>
      </p:pic>
      <p:pic>
        <p:nvPicPr>
          <p:cNvPr id="8" name="Picture 7" descr="A diagram of a circuit&#10;&#10;AI-generated content may be incorrect.">
            <a:extLst>
              <a:ext uri="{FF2B5EF4-FFF2-40B4-BE49-F238E27FC236}">
                <a16:creationId xmlns:a16="http://schemas.microsoft.com/office/drawing/2014/main" id="{88B2B533-999F-4A19-53CE-9D13D07D34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900" t="68355" b="335"/>
          <a:stretch>
            <a:fillRect/>
          </a:stretch>
        </p:blipFill>
        <p:spPr>
          <a:xfrm>
            <a:off x="6368168" y="2555382"/>
            <a:ext cx="5197819" cy="212422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C73AD9D-7FC9-D963-4FCF-6348145F287D}"/>
              </a:ext>
            </a:extLst>
          </p:cNvPr>
          <p:cNvSpPr txBox="1"/>
          <p:nvPr/>
        </p:nvSpPr>
        <p:spPr>
          <a:xfrm>
            <a:off x="872199" y="1253733"/>
            <a:ext cx="2078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Digital Supply (3.3V)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536F12-E73A-FD9B-0A74-7289701431C8}"/>
              </a:ext>
            </a:extLst>
          </p:cNvPr>
          <p:cNvSpPr txBox="1"/>
          <p:nvPr/>
        </p:nvSpPr>
        <p:spPr>
          <a:xfrm>
            <a:off x="870291" y="3553295"/>
            <a:ext cx="1903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Digital Supply (5V)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211E2F-ACA4-1BBE-0890-80FBC9E43B68}"/>
              </a:ext>
            </a:extLst>
          </p:cNvPr>
          <p:cNvSpPr txBox="1"/>
          <p:nvPr/>
        </p:nvSpPr>
        <p:spPr>
          <a:xfrm>
            <a:off x="6340032" y="2233813"/>
            <a:ext cx="21323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Analog Supply (3.3V)</a:t>
            </a:r>
          </a:p>
        </p:txBody>
      </p:sp>
    </p:spTree>
    <p:extLst>
      <p:ext uri="{BB962C8B-B14F-4D97-AF65-F5344CB8AC3E}">
        <p14:creationId xmlns:p14="http://schemas.microsoft.com/office/powerpoint/2010/main" val="3604556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1C0E7-C360-D4A4-BFEB-99587897C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657F80-49BF-058F-E468-C8D1A4B900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Circuit Design – DC Input Protection</a:t>
            </a:r>
          </a:p>
        </p:txBody>
      </p:sp>
      <p:pic>
        <p:nvPicPr>
          <p:cNvPr id="3" name="Picture 2" descr="A diagram of a circuit&#10;&#10;AI-generated content may be incorrect.">
            <a:extLst>
              <a:ext uri="{FF2B5EF4-FFF2-40B4-BE49-F238E27FC236}">
                <a16:creationId xmlns:a16="http://schemas.microsoft.com/office/drawing/2014/main" id="{93939463-2711-8D1A-38B8-838852450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07" r="49414" b="52027"/>
          <a:stretch>
            <a:fillRect/>
          </a:stretch>
        </p:blipFill>
        <p:spPr>
          <a:xfrm>
            <a:off x="2048118" y="1647555"/>
            <a:ext cx="8095764" cy="356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107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3C7B9-373F-DEDC-5C13-3D95C3E2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1EDEFEC-2C57-53B6-B2D8-27ADF484272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519311"/>
            <a:ext cx="11055046" cy="4051495"/>
          </a:xfrm>
        </p:spPr>
        <p:txBody>
          <a:bodyPr/>
          <a:lstStyle/>
          <a:p>
            <a:r>
              <a:rPr lang="en-US" dirty="0"/>
              <a:t>Hardware</a:t>
            </a:r>
          </a:p>
          <a:p>
            <a:pPr lvl="1"/>
            <a:r>
              <a:rPr lang="en-US" strike="sngStrike" dirty="0"/>
              <a:t>circuit design</a:t>
            </a:r>
            <a:endParaRPr lang="en-US" dirty="0"/>
          </a:p>
          <a:p>
            <a:pPr lvl="1"/>
            <a:r>
              <a:rPr lang="en-US" dirty="0"/>
              <a:t>PCB layout and routing</a:t>
            </a:r>
          </a:p>
          <a:p>
            <a:pPr lvl="1"/>
            <a:r>
              <a:rPr lang="en-US" dirty="0"/>
              <a:t>manufacturing</a:t>
            </a:r>
          </a:p>
          <a:p>
            <a:r>
              <a:rPr lang="en-US" dirty="0"/>
              <a:t>Firmware</a:t>
            </a:r>
          </a:p>
          <a:p>
            <a:pPr lvl="1"/>
            <a:r>
              <a:rPr lang="en-US" strike="sngStrike" dirty="0"/>
              <a:t>planning of the detection algorithm</a:t>
            </a:r>
          </a:p>
          <a:p>
            <a:pPr lvl="1"/>
            <a:r>
              <a:rPr lang="en-US" dirty="0"/>
              <a:t>implementation using the microcontroller toolchain</a:t>
            </a:r>
          </a:p>
          <a:p>
            <a:pPr lvl="1"/>
            <a:r>
              <a:rPr lang="en-US" dirty="0"/>
              <a:t>simulation of ADC measurements for offline (functional) testing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94DE85-E3F6-F30B-A8E2-B0BF48E8E1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/>
          <a:lstStyle/>
          <a:p>
            <a:r>
              <a:rPr lang="en-US" dirty="0"/>
              <a:t>Outlook</a:t>
            </a:r>
          </a:p>
        </p:txBody>
      </p:sp>
    </p:spTree>
    <p:extLst>
      <p:ext uri="{BB962C8B-B14F-4D97-AF65-F5344CB8AC3E}">
        <p14:creationId xmlns:p14="http://schemas.microsoft.com/office/powerpoint/2010/main" val="1957977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7B851-AA87-0D1D-13BE-BD045DE6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4D47BC0-EAF6-A338-B8FB-6A2E82651F9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533378"/>
            <a:ext cx="11055046" cy="4248444"/>
          </a:xfrm>
        </p:spPr>
        <p:txBody>
          <a:bodyPr/>
          <a:lstStyle/>
          <a:p>
            <a:r>
              <a:rPr lang="en-US" dirty="0"/>
              <a:t>power supply quality</a:t>
            </a:r>
          </a:p>
          <a:p>
            <a:r>
              <a:rPr lang="en-US" dirty="0"/>
              <a:t>SPI signal quality</a:t>
            </a:r>
          </a:p>
          <a:p>
            <a:r>
              <a:rPr lang="en-US" dirty="0"/>
              <a:t>functional self-test</a:t>
            </a:r>
          </a:p>
          <a:p>
            <a:pPr lvl="1"/>
            <a:r>
              <a:rPr lang="en-US" dirty="0"/>
              <a:t>SPI device inquiry (ADC)</a:t>
            </a:r>
          </a:p>
          <a:p>
            <a:pPr lvl="1"/>
            <a:r>
              <a:rPr lang="en-US" dirty="0"/>
              <a:t>tristate buffer</a:t>
            </a:r>
          </a:p>
          <a:p>
            <a:r>
              <a:rPr lang="en-US" dirty="0"/>
              <a:t>detection algorithm for known static networks</a:t>
            </a:r>
          </a:p>
          <a:p>
            <a:r>
              <a:rPr lang="en-US" dirty="0"/>
              <a:t>accuracy and linearity</a:t>
            </a:r>
          </a:p>
          <a:p>
            <a:r>
              <a:rPr lang="en-US" dirty="0"/>
              <a:t>end-to-end latency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3CE815-FA7F-7F0F-B188-B8793C6B59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/>
          <a:lstStyle/>
          <a:p>
            <a:r>
              <a:rPr lang="en-US" dirty="0"/>
              <a:t>Testing and Evaluation Plan</a:t>
            </a:r>
          </a:p>
        </p:txBody>
      </p:sp>
    </p:spTree>
    <p:extLst>
      <p:ext uri="{BB962C8B-B14F-4D97-AF65-F5344CB8AC3E}">
        <p14:creationId xmlns:p14="http://schemas.microsoft.com/office/powerpoint/2010/main" val="2368324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7BC1A7-EB63-B3EF-7251-B15A6D82B15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50800" y="1252025"/>
            <a:ext cx="11069114" cy="4670473"/>
          </a:xfrm>
        </p:spPr>
        <p:txBody>
          <a:bodyPr/>
          <a:lstStyle/>
          <a:p>
            <a:r>
              <a:rPr lang="en-US" sz="1200" dirty="0"/>
              <a:t>[1] M. </a:t>
            </a:r>
            <a:r>
              <a:rPr lang="en-US" sz="1200" dirty="0" err="1"/>
              <a:t>Frejek</a:t>
            </a:r>
            <a:r>
              <a:rPr lang="en-US" sz="1200" dirty="0"/>
              <a:t>, "AVR-</a:t>
            </a:r>
            <a:r>
              <a:rPr lang="en-US" sz="1200" dirty="0" err="1"/>
              <a:t>Transistortester</a:t>
            </a:r>
            <a:r>
              <a:rPr lang="en-US" sz="1200" dirty="0"/>
              <a:t>," Embedded Projects Journal, no. 11, 2011. Online documentation: K.-H. </a:t>
            </a:r>
            <a:r>
              <a:rPr lang="en-US" sz="1200" dirty="0" err="1"/>
              <a:t>Kübbeler</a:t>
            </a:r>
            <a:r>
              <a:rPr lang="en-US" sz="1200" dirty="0"/>
              <a:t>. [Online]. Available: </a:t>
            </a:r>
            <a:r>
              <a:rPr lang="en-US" sz="1200" dirty="0">
                <a:hlinkClick r:id="rId2"/>
              </a:rPr>
              <a:t>https://www.mikrocontroller.net/articles/AVR-Transistortester</a:t>
            </a:r>
            <a:endParaRPr lang="en-US" sz="1200" dirty="0"/>
          </a:p>
          <a:p>
            <a:r>
              <a:rPr lang="en-US" sz="1200" dirty="0"/>
              <a:t>[2] Mission Engineering, "Understanding expression pedals." [Online]. Available: </a:t>
            </a:r>
            <a:r>
              <a:rPr lang="en-US" sz="1200" dirty="0">
                <a:hlinkClick r:id="rId3"/>
              </a:rPr>
              <a:t>https://missionengineering.com/understanding-expression-pedals/</a:t>
            </a:r>
            <a:endParaRPr lang="en-US" sz="1200" dirty="0"/>
          </a:p>
          <a:p>
            <a:r>
              <a:rPr lang="en-US" sz="1200" dirty="0"/>
              <a:t>[3] Analog Devices, AD7124-8: 8-Channel, Low Noise, Low Power, 24-Bit, Sigma-Delta ADC with PGA and Reference, Data Sheet, Rev. F, 2023. [Online]. Available: </a:t>
            </a:r>
            <a:r>
              <a:rPr lang="en-US" sz="1200" dirty="0">
                <a:hlinkClick r:id="rId4"/>
              </a:rPr>
              <a:t>https://www.analog.com/media/en/technical-documentation/data-sheets/ad7124-8.pdf</a:t>
            </a:r>
            <a:endParaRPr lang="en-US" sz="1200" dirty="0"/>
          </a:p>
          <a:p>
            <a:r>
              <a:rPr lang="en-US" sz="1200" dirty="0"/>
              <a:t>[4] Texas Instruments, ADS8688: 16-Bit, 8-Channel, Integrated Analog Front-End SAR ADC, Data Sheet. [Online]. Available: </a:t>
            </a:r>
            <a:r>
              <a:rPr lang="en-US" sz="1200" dirty="0">
                <a:hlinkClick r:id="rId5"/>
              </a:rPr>
              <a:t>https://www.ti.com/product/ADS8688</a:t>
            </a:r>
            <a:endParaRPr lang="en-US" sz="1200" dirty="0"/>
          </a:p>
          <a:p>
            <a:r>
              <a:rPr lang="en-US" sz="1200" dirty="0"/>
              <a:t>[5] Raspberry Pi Ltd., Raspberry Pi Pico 2 Datasheet (RP2350), 2024. [Online]. Available: </a:t>
            </a:r>
            <a:r>
              <a:rPr lang="en-US" sz="1200" dirty="0">
                <a:hlinkClick r:id="rId6"/>
              </a:rPr>
              <a:t>https://pip-assets.raspberrypi.com/categories/1005-raspberry-pi-pico-2/documents/RP-008299-DS-2-pico-2-datasheet.pdf</a:t>
            </a:r>
            <a:endParaRPr lang="en-US" sz="1200" dirty="0"/>
          </a:p>
          <a:p>
            <a:r>
              <a:rPr lang="en-US" sz="1200" dirty="0"/>
              <a:t>[6] Texas Instruments, SN74LVC126A: Quadruple Bus Buffer Gate With 3-State Outputs, Data Sheet. [Online]. Available: </a:t>
            </a:r>
            <a:r>
              <a:rPr lang="en-US" sz="1200" dirty="0">
                <a:hlinkClick r:id="rId7"/>
              </a:rPr>
              <a:t>https://www.ti.com/lit/ds/symlink/sn74lvc126a.pdf</a:t>
            </a:r>
            <a:endParaRPr lang="en-US" sz="1200" dirty="0"/>
          </a:p>
          <a:p>
            <a:r>
              <a:rPr lang="en-US" sz="1200" dirty="0"/>
              <a:t>[7] Analog Devices, ADP7142: 40 V, 200 mA, Low Noise, CMOS LDO Linear Regulator, Data Sheet, Rev. K. [Online]. Available: </a:t>
            </a:r>
            <a:r>
              <a:rPr lang="en-US" sz="1200" dirty="0">
                <a:hlinkClick r:id="rId8"/>
              </a:rPr>
              <a:t>https://www.analog.com/media/en/technical-documentation/data-sheets/adp7142.pdf</a:t>
            </a:r>
            <a:endParaRPr lang="en-US" sz="1200" dirty="0"/>
          </a:p>
          <a:p>
            <a:r>
              <a:rPr lang="en-US" sz="1200" dirty="0"/>
              <a:t>[8] P. Horowitz and W. Hill, The Art of Electronics, 3rd ed. Cambridge, U.K.: Cambridge University Press, 2015.</a:t>
            </a:r>
          </a:p>
          <a:p>
            <a:r>
              <a:rPr lang="en-US" sz="1200" dirty="0"/>
              <a:t>[9] W. Kester, J. Bryant, and M. Byrne, "MT-031 Tutorial: Grounding Data Converters and Solving the Mystery of 'AGND' and 'DGND'," Analog Devices, Rev. A, 2008.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A6E303-CF30-46B1-A2DC-1E1741D3BBF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6087324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8FE0-2BFF-6E55-6979-AF38A7F1B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2CE948-7929-FBC3-382C-BD08E20FEC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“AVR-</a:t>
            </a:r>
            <a:r>
              <a:rPr lang="en-US" dirty="0" err="1"/>
              <a:t>Transistortester</a:t>
            </a:r>
            <a:r>
              <a:rPr lang="en-US" dirty="0"/>
              <a:t>”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F2ADC67-020A-12C0-E925-095A6105F7D4}"/>
              </a:ext>
            </a:extLst>
          </p:cNvPr>
          <p:cNvGrpSpPr/>
          <p:nvPr/>
        </p:nvGrpSpPr>
        <p:grpSpPr>
          <a:xfrm>
            <a:off x="3021132" y="1611190"/>
            <a:ext cx="6149736" cy="4009054"/>
            <a:chOff x="66917" y="1611190"/>
            <a:chExt cx="6149736" cy="4009054"/>
          </a:xfrm>
        </p:grpSpPr>
        <p:pic>
          <p:nvPicPr>
            <p:cNvPr id="10" name="Picture 9" descr="A small electronic device with a blue screen&#10;&#10;AI-generated content may be incorrect.">
              <a:extLst>
                <a:ext uri="{FF2B5EF4-FFF2-40B4-BE49-F238E27FC236}">
                  <a16:creationId xmlns:a16="http://schemas.microsoft.com/office/drawing/2014/main" id="{DB5A69CD-03A1-C9A8-DEEA-530B40D56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8994" r="21689"/>
            <a:stretch>
              <a:fillRect/>
            </a:stretch>
          </p:blipFill>
          <p:spPr>
            <a:xfrm>
              <a:off x="1589649" y="1611190"/>
              <a:ext cx="2875370" cy="363562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C31502-A85D-50B5-09A6-68152AC05F86}"/>
                </a:ext>
              </a:extLst>
            </p:cNvPr>
            <p:cNvSpPr txBox="1"/>
            <p:nvPr/>
          </p:nvSpPr>
          <p:spPr>
            <a:xfrm>
              <a:off x="66917" y="5312467"/>
              <a:ext cx="61497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</a:t>
              </a:r>
              <a:r>
                <a:rPr lang="en-US" sz="1400" dirty="0" err="1"/>
                <a:t>content.instructables.com</a:t>
              </a:r>
              <a:r>
                <a:rPr lang="en-US" sz="1400" dirty="0"/>
                <a:t>/F4V/9O1Y/IFCDEPNY/F4V9O1YIFCDEPNY.jpg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20942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itelfolien zur Auswahl">
  <a:themeElements>
    <a:clrScheme name="TU Berlin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AF5D8605-2613-D24D-AB7D-44425CE5E9EB}" vid="{4A2A0730-D474-B642-9EC8-245B2B7F7B17}"/>
    </a:ext>
  </a:extLst>
</a:theme>
</file>

<file path=ppt/theme/theme2.xml><?xml version="1.0" encoding="utf-8"?>
<a:theme xmlns:a="http://schemas.openxmlformats.org/drawingml/2006/main" name="Master für Folgeseiten">
  <a:themeElements>
    <a:clrScheme name="TU Berlin 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AF5D8605-2613-D24D-AB7D-44425CE5E9EB}" vid="{6D2ACD7B-51E4-3F4D-A883-FB2A0ECC7C6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TU-Berlin-Praesentation-Master-einfarbig-Rot</Template>
  <TotalTime>1344</TotalTime>
  <Words>1140</Words>
  <Application>Microsoft Office PowerPoint</Application>
  <PresentationFormat>Breitbild</PresentationFormat>
  <Paragraphs>128</Paragraphs>
  <Slides>14</Slides>
  <Notes>12</Notes>
  <HiddenSlides>0</HiddenSlides>
  <MMClips>0</MMClips>
  <ScaleCrop>false</ScaleCrop>
  <HeadingPairs>
    <vt:vector size="4" baseType="variant">
      <vt:variant>
        <vt:lpstr>Design</vt:lpstr>
      </vt:variant>
      <vt:variant>
        <vt:i4>2</vt:i4>
      </vt:variant>
      <vt:variant>
        <vt:lpstr>Folientitel</vt:lpstr>
      </vt:variant>
      <vt:variant>
        <vt:i4>14</vt:i4>
      </vt:variant>
    </vt:vector>
  </HeadingPairs>
  <TitlesOfParts>
    <vt:vector size="16" baseType="lpstr">
      <vt:lpstr>Titelfolien zur Auswahl</vt:lpstr>
      <vt:lpstr>Master für Folgeseiten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Rülicke-Ahrens, Janine</dc:creator>
  <cp:lastModifiedBy>Amon Benson</cp:lastModifiedBy>
  <cp:revision>6</cp:revision>
  <cp:lastPrinted>2021-03-24T16:10:50Z</cp:lastPrinted>
  <dcterms:created xsi:type="dcterms:W3CDTF">2023-04-20T08:54:03Z</dcterms:created>
  <dcterms:modified xsi:type="dcterms:W3CDTF">2026-06-10T09:24:09Z</dcterms:modified>
</cp:coreProperties>
</file>